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5" r:id="rId5"/>
  </p:sldMasterIdLst>
  <p:notesMasterIdLst>
    <p:notesMasterId r:id="rId23"/>
  </p:notesMasterIdLst>
  <p:handoutMasterIdLst>
    <p:handoutMasterId r:id="rId24"/>
  </p:handoutMasterIdLst>
  <p:sldIdLst>
    <p:sldId id="1316" r:id="rId6"/>
    <p:sldId id="264" r:id="rId7"/>
    <p:sldId id="1311" r:id="rId8"/>
    <p:sldId id="1315" r:id="rId9"/>
    <p:sldId id="285" r:id="rId10"/>
    <p:sldId id="1307" r:id="rId11"/>
    <p:sldId id="276" r:id="rId12"/>
    <p:sldId id="271" r:id="rId13"/>
    <p:sldId id="1313" r:id="rId14"/>
    <p:sldId id="1317" r:id="rId15"/>
    <p:sldId id="1318" r:id="rId16"/>
    <p:sldId id="1319" r:id="rId17"/>
    <p:sldId id="1320" r:id="rId18"/>
    <p:sldId id="292" r:id="rId19"/>
    <p:sldId id="281" r:id="rId20"/>
    <p:sldId id="1308" r:id="rId21"/>
    <p:sldId id="29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9F0167-0E44-4613-B3FE-B82FFC5615F1}">
          <p14:sldIdLst>
            <p14:sldId id="1316"/>
          </p14:sldIdLst>
        </p14:section>
        <p14:section name="Untitled Section" id="{C11549DC-5270-4D6F-B099-DB18B1DD08D3}">
          <p14:sldIdLst>
            <p14:sldId id="264"/>
            <p14:sldId id="1311"/>
            <p14:sldId id="1315"/>
            <p14:sldId id="285"/>
            <p14:sldId id="1307"/>
            <p14:sldId id="276"/>
            <p14:sldId id="271"/>
            <p14:sldId id="1313"/>
            <p14:sldId id="1317"/>
            <p14:sldId id="1318"/>
            <p14:sldId id="1319"/>
            <p14:sldId id="1320"/>
            <p14:sldId id="292"/>
            <p14:sldId id="281"/>
            <p14:sldId id="1308"/>
            <p14:sldId id="294"/>
          </p14:sldIdLst>
        </p14:section>
      </p14:sectionLst>
    </p:ex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A9D8FC-B820-DD98-BE98-A3418374BE90}" name="Nouwland, Fabian van den (AMSDC) - KLM" initials="NFvd(K" userId="S::Fabian-van-den.Nouwland@klm.com::d36c68a1-8348-4d1f-ae9e-deab1f0848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93A65"/>
    <a:srgbClr val="596889"/>
    <a:srgbClr val="009EE3"/>
    <a:srgbClr val="D6DCE5"/>
    <a:srgbClr val="B6C0CD"/>
    <a:srgbClr val="0000B9"/>
    <a:srgbClr val="6ED749"/>
    <a:srgbClr val="0800B9"/>
    <a:srgbClr val="DEEBF7"/>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40"/>
  </p:normalViewPr>
  <p:slideViewPr>
    <p:cSldViewPr snapToGrid="0">
      <p:cViewPr varScale="1">
        <p:scale>
          <a:sx n="116" d="100"/>
          <a:sy n="116" d="100"/>
        </p:scale>
        <p:origin x="600" y="192"/>
      </p:cViewPr>
      <p:guideLst>
        <p:guide orient="horz" pos="2136"/>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094C16-CA07-430B-9D4E-EEC6FA163C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DRAFT</a:t>
            </a:r>
          </a:p>
        </p:txBody>
      </p:sp>
      <p:sp>
        <p:nvSpPr>
          <p:cNvPr id="3" name="Date Placeholder 2">
            <a:extLst>
              <a:ext uri="{FF2B5EF4-FFF2-40B4-BE49-F238E27FC236}">
                <a16:creationId xmlns:a16="http://schemas.microsoft.com/office/drawing/2014/main" id="{726B61B7-C15B-4972-9246-41E68629AB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1F1E7-3FB4-4F12-916D-975FFC9FD6A4}" type="datetimeFigureOut">
              <a:rPr lang="en-US" smtClean="0"/>
              <a:t>10/6/26</a:t>
            </a:fld>
            <a:endParaRPr lang="en-US"/>
          </a:p>
        </p:txBody>
      </p:sp>
      <p:sp>
        <p:nvSpPr>
          <p:cNvPr id="4" name="Footer Placeholder 3">
            <a:extLst>
              <a:ext uri="{FF2B5EF4-FFF2-40B4-BE49-F238E27FC236}">
                <a16:creationId xmlns:a16="http://schemas.microsoft.com/office/drawing/2014/main" id="{D414E550-1A0F-414B-8CD4-E8A29344F6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0DE15F-31A8-45B9-BDC4-D793F32ACF8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0307A6-0983-4131-B058-B5048F17F78D}" type="slidenum">
              <a:rPr lang="en-US" smtClean="0"/>
              <a:t>‹#›</a:t>
            </a:fld>
            <a:endParaRPr lang="en-US"/>
          </a:p>
        </p:txBody>
      </p:sp>
    </p:spTree>
    <p:extLst>
      <p:ext uri="{BB962C8B-B14F-4D97-AF65-F5344CB8AC3E}">
        <p14:creationId xmlns:p14="http://schemas.microsoft.com/office/powerpoint/2010/main" val="187047180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DRAFT</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4E2C39-4A87-40C5-98BC-C35C5840445B}"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B0C6F4-9AD3-43CD-A2A8-5DAD6A680913}" type="slidenum">
              <a:rPr lang="en-US" smtClean="0"/>
              <a:t>‹#›</a:t>
            </a:fld>
            <a:endParaRPr lang="en-US"/>
          </a:p>
        </p:txBody>
      </p:sp>
    </p:spTree>
    <p:extLst>
      <p:ext uri="{BB962C8B-B14F-4D97-AF65-F5344CB8AC3E}">
        <p14:creationId xmlns:p14="http://schemas.microsoft.com/office/powerpoint/2010/main" val="256748162"/>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B0C6F4-9AD3-43CD-A2A8-5DAD6A680913}" type="slidenum">
              <a:rPr lang="en-US" smtClean="0"/>
              <a:t>2</a:t>
            </a:fld>
            <a:endParaRPr lang="en-US"/>
          </a:p>
        </p:txBody>
      </p:sp>
      <p:sp>
        <p:nvSpPr>
          <p:cNvPr id="5" name="Espace réservé de l'en-tête 4">
            <a:extLst>
              <a:ext uri="{FF2B5EF4-FFF2-40B4-BE49-F238E27FC236}">
                <a16:creationId xmlns:a16="http://schemas.microsoft.com/office/drawing/2014/main" id="{0A8253E2-795F-2E63-5A5C-ED879B38E7A4}"/>
              </a:ext>
            </a:extLst>
          </p:cNvPr>
          <p:cNvSpPr>
            <a:spLocks noGrp="1"/>
          </p:cNvSpPr>
          <p:nvPr>
            <p:ph type="hdr" sz="quarter"/>
          </p:nvPr>
        </p:nvSpPr>
        <p:spPr/>
        <p:txBody>
          <a:bodyPr/>
          <a:lstStyle/>
          <a:p>
            <a:r>
              <a:rPr lang="en-US"/>
              <a:t>DRAFT</a:t>
            </a:r>
          </a:p>
        </p:txBody>
      </p:sp>
    </p:spTree>
    <p:extLst>
      <p:ext uri="{BB962C8B-B14F-4D97-AF65-F5344CB8AC3E}">
        <p14:creationId xmlns:p14="http://schemas.microsoft.com/office/powerpoint/2010/main" val="3032591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19B0C6F4-9AD3-43CD-A2A8-5DAD6A680913}" type="slidenum">
              <a:rPr lang="en-US" smtClean="0"/>
              <a:t>3</a:t>
            </a:fld>
            <a:endParaRPr lang="en-US"/>
          </a:p>
        </p:txBody>
      </p:sp>
      <p:sp>
        <p:nvSpPr>
          <p:cNvPr id="5" name="Espace réservé de l'en-tête 4">
            <a:extLst>
              <a:ext uri="{FF2B5EF4-FFF2-40B4-BE49-F238E27FC236}">
                <a16:creationId xmlns:a16="http://schemas.microsoft.com/office/drawing/2014/main" id="{27953322-E6BA-31A6-293A-D76A651E2F7B}"/>
              </a:ext>
            </a:extLst>
          </p:cNvPr>
          <p:cNvSpPr>
            <a:spLocks noGrp="1"/>
          </p:cNvSpPr>
          <p:nvPr>
            <p:ph type="hdr" sz="quarter"/>
          </p:nvPr>
        </p:nvSpPr>
        <p:spPr/>
        <p:txBody>
          <a:bodyPr/>
          <a:lstStyle/>
          <a:p>
            <a:r>
              <a:rPr lang="en-US"/>
              <a:t>DRAFT</a:t>
            </a:r>
          </a:p>
        </p:txBody>
      </p:sp>
    </p:spTree>
    <p:extLst>
      <p:ext uri="{BB962C8B-B14F-4D97-AF65-F5344CB8AC3E}">
        <p14:creationId xmlns:p14="http://schemas.microsoft.com/office/powerpoint/2010/main" val="2198431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e l'en-tête 3"/>
          <p:cNvSpPr>
            <a:spLocks noGrp="1"/>
          </p:cNvSpPr>
          <p:nvPr>
            <p:ph type="hdr" sz="quarter"/>
          </p:nvPr>
        </p:nvSpPr>
        <p:spPr/>
        <p:txBody>
          <a:bodyPr/>
          <a:lstStyle/>
          <a:p>
            <a:r>
              <a:rPr lang="en-US"/>
              <a:t>DRAFT</a:t>
            </a:r>
          </a:p>
        </p:txBody>
      </p:sp>
      <p:sp>
        <p:nvSpPr>
          <p:cNvPr id="5" name="Espace réservé du numéro de diapositive 4"/>
          <p:cNvSpPr>
            <a:spLocks noGrp="1"/>
          </p:cNvSpPr>
          <p:nvPr>
            <p:ph type="sldNum" sz="quarter" idx="5"/>
          </p:nvPr>
        </p:nvSpPr>
        <p:spPr/>
        <p:txBody>
          <a:bodyPr/>
          <a:lstStyle/>
          <a:p>
            <a:fld id="{19B0C6F4-9AD3-43CD-A2A8-5DAD6A680913}" type="slidenum">
              <a:rPr lang="en-US" smtClean="0"/>
              <a:t>4</a:t>
            </a:fld>
            <a:endParaRPr lang="en-US"/>
          </a:p>
        </p:txBody>
      </p:sp>
    </p:spTree>
    <p:extLst>
      <p:ext uri="{BB962C8B-B14F-4D97-AF65-F5344CB8AC3E}">
        <p14:creationId xmlns:p14="http://schemas.microsoft.com/office/powerpoint/2010/main" val="304963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B0C6F4-9AD3-43CD-A2A8-5DAD6A680913}" type="slidenum">
              <a:rPr lang="en-US" smtClean="0"/>
              <a:t>6</a:t>
            </a:fld>
            <a:endParaRPr lang="en-US"/>
          </a:p>
        </p:txBody>
      </p:sp>
      <p:sp>
        <p:nvSpPr>
          <p:cNvPr id="5" name="Espace réservé de l'en-tête 4">
            <a:extLst>
              <a:ext uri="{FF2B5EF4-FFF2-40B4-BE49-F238E27FC236}">
                <a16:creationId xmlns:a16="http://schemas.microsoft.com/office/drawing/2014/main" id="{2A1AA4F5-8974-8295-D05C-499FF29EE9B1}"/>
              </a:ext>
            </a:extLst>
          </p:cNvPr>
          <p:cNvSpPr>
            <a:spLocks noGrp="1"/>
          </p:cNvSpPr>
          <p:nvPr>
            <p:ph type="hdr" sz="quarter"/>
          </p:nvPr>
        </p:nvSpPr>
        <p:spPr/>
        <p:txBody>
          <a:bodyPr/>
          <a:lstStyle/>
          <a:p>
            <a:r>
              <a:rPr lang="en-US"/>
              <a:t>DRAFT</a:t>
            </a:r>
          </a:p>
        </p:txBody>
      </p:sp>
    </p:spTree>
    <p:extLst>
      <p:ext uri="{BB962C8B-B14F-4D97-AF65-F5344CB8AC3E}">
        <p14:creationId xmlns:p14="http://schemas.microsoft.com/office/powerpoint/2010/main" val="3110533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B0C6F4-9AD3-43CD-A2A8-5DAD6A680913}" type="slidenum">
              <a:rPr lang="en-US" smtClean="0"/>
              <a:t>7</a:t>
            </a:fld>
            <a:endParaRPr lang="en-US"/>
          </a:p>
        </p:txBody>
      </p:sp>
      <p:sp>
        <p:nvSpPr>
          <p:cNvPr id="5" name="Espace réservé de l'en-tête 4">
            <a:extLst>
              <a:ext uri="{FF2B5EF4-FFF2-40B4-BE49-F238E27FC236}">
                <a16:creationId xmlns:a16="http://schemas.microsoft.com/office/drawing/2014/main" id="{8971F321-58BC-524A-E9DC-A574D75AC065}"/>
              </a:ext>
            </a:extLst>
          </p:cNvPr>
          <p:cNvSpPr>
            <a:spLocks noGrp="1"/>
          </p:cNvSpPr>
          <p:nvPr>
            <p:ph type="hdr" sz="quarter"/>
          </p:nvPr>
        </p:nvSpPr>
        <p:spPr/>
        <p:txBody>
          <a:bodyPr/>
          <a:lstStyle/>
          <a:p>
            <a:r>
              <a:rPr lang="en-US"/>
              <a:t>DRAFT</a:t>
            </a:r>
          </a:p>
        </p:txBody>
      </p:sp>
    </p:spTree>
    <p:extLst>
      <p:ext uri="{BB962C8B-B14F-4D97-AF65-F5344CB8AC3E}">
        <p14:creationId xmlns:p14="http://schemas.microsoft.com/office/powerpoint/2010/main" val="32389811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7.xml"/><Relationship Id="rId7" Type="http://schemas.openxmlformats.org/officeDocument/2006/relationships/slide" Target="../slides/slide4.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6.xml"/><Relationship Id="rId5" Type="http://schemas.openxmlformats.org/officeDocument/2006/relationships/slide" Target="../slides/slide15.xml"/><Relationship Id="rId4" Type="http://schemas.openxmlformats.org/officeDocument/2006/relationships/slide" Target="../slides/slide8.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slide" Target="../slides/slide3.xml"/><Relationship Id="rId3" Type="http://schemas.openxmlformats.org/officeDocument/2006/relationships/slide" Target="../slides/slide8.xml"/><Relationship Id="rId7" Type="http://schemas.openxmlformats.org/officeDocument/2006/relationships/image" Target="../media/image4.png"/><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6.xml"/><Relationship Id="rId4" Type="http://schemas.openxmlformats.org/officeDocument/2006/relationships/slide" Target="../slides/slide7.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s/slide8.xml"/><Relationship Id="rId7" Type="http://schemas.openxmlformats.org/officeDocument/2006/relationships/slide" Target="../slides/slide3.xml"/><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7.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s/slide8.xml"/><Relationship Id="rId7" Type="http://schemas.openxmlformats.org/officeDocument/2006/relationships/slide" Target="../slides/slide3.xml"/><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7.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s/slide8.xml"/><Relationship Id="rId7" Type="http://schemas.openxmlformats.org/officeDocument/2006/relationships/slide" Target="../slides/slide3.xml"/><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7.xml"/></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8.xml"/><Relationship Id="rId7" Type="http://schemas.openxmlformats.org/officeDocument/2006/relationships/image" Target="../media/image4.png"/><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7.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s/slide8.xml"/><Relationship Id="rId7" Type="http://schemas.openxmlformats.org/officeDocument/2006/relationships/slide" Target="../slides/slide3.xml"/><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7.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s/slide8.xml"/><Relationship Id="rId7" Type="http://schemas.openxmlformats.org/officeDocument/2006/relationships/slide" Target="../slides/slide3.xml"/><Relationship Id="rId2"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7.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AC3CB972-BAE4-454C-9F3F-9B4C13825B46}"/>
              </a:ext>
            </a:extLst>
          </p:cNvPr>
          <p:cNvSpPr/>
          <p:nvPr userDrawn="1"/>
        </p:nvSpPr>
        <p:spPr>
          <a:xfrm flipH="1">
            <a:off x="0" y="-27570"/>
            <a:ext cx="6410132" cy="6940213"/>
          </a:xfrm>
          <a:prstGeom prst="parallelogram">
            <a:avLst/>
          </a:prstGeom>
          <a:gradFill>
            <a:gsLst>
              <a:gs pos="100000">
                <a:srgbClr val="0800B9">
                  <a:alpha val="20000"/>
                </a:srgbClr>
              </a:gs>
              <a:gs pos="0">
                <a:srgbClr val="009EE3">
                  <a:alpha val="65000"/>
                </a:srgbClr>
              </a:gs>
            </a:gsLst>
            <a:path path="circle">
              <a:fillToRect l="100000" t="100000"/>
            </a:path>
          </a:gra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Subtitle 2">
            <a:extLst>
              <a:ext uri="{FF2B5EF4-FFF2-40B4-BE49-F238E27FC236}">
                <a16:creationId xmlns:a16="http://schemas.microsoft.com/office/drawing/2014/main" id="{94D274E1-2E7C-4666-9619-8A4D706EE20C}"/>
              </a:ext>
            </a:extLst>
          </p:cNvPr>
          <p:cNvSpPr txBox="1">
            <a:spLocks/>
          </p:cNvSpPr>
          <p:nvPr userDrawn="1"/>
        </p:nvSpPr>
        <p:spPr>
          <a:xfrm>
            <a:off x="2422849" y="5135369"/>
            <a:ext cx="3234612" cy="165576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Source Sans Pro" panose="020B0503030403020204" pitchFamily="34" charset="0"/>
                <a:ea typeface="Source Sans Pro" panose="020B050303040302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400"/>
          </a:p>
        </p:txBody>
      </p:sp>
      <p:sp>
        <p:nvSpPr>
          <p:cNvPr id="34" name="Text Placeholder 33">
            <a:extLst>
              <a:ext uri="{FF2B5EF4-FFF2-40B4-BE49-F238E27FC236}">
                <a16:creationId xmlns:a16="http://schemas.microsoft.com/office/drawing/2014/main" id="{58581A3D-7E17-41A3-8770-B389CC68C9AD}"/>
              </a:ext>
            </a:extLst>
          </p:cNvPr>
          <p:cNvSpPr>
            <a:spLocks noGrp="1"/>
          </p:cNvSpPr>
          <p:nvPr>
            <p:ph type="body" sz="quarter" idx="10" hasCustomPrompt="1"/>
          </p:nvPr>
        </p:nvSpPr>
        <p:spPr>
          <a:xfrm>
            <a:off x="921206" y="2600128"/>
            <a:ext cx="4898571" cy="1115682"/>
          </a:xfrm>
        </p:spPr>
        <p:txBody>
          <a:bodyPr/>
          <a:lstStyle>
            <a:lvl1pPr marL="0" indent="0">
              <a:buNone/>
              <a:defRPr sz="6000">
                <a:solidFill>
                  <a:schemeClr val="bg1"/>
                </a:solidFill>
                <a:latin typeface="Source Sans Pro" panose="020B0503030403020204" pitchFamily="34" charset="0"/>
                <a:ea typeface="Source Sans Pro" panose="020B0503030403020204" pitchFamily="34" charset="0"/>
              </a:defRPr>
            </a:lvl1pPr>
          </a:lstStyle>
          <a:p>
            <a:r>
              <a:rPr lang="en-US"/>
              <a:t>Audit name</a:t>
            </a:r>
          </a:p>
          <a:p>
            <a:pPr lvl="1"/>
            <a:endParaRPr lang="en-US"/>
          </a:p>
        </p:txBody>
      </p:sp>
      <p:sp>
        <p:nvSpPr>
          <p:cNvPr id="38" name="Text Placeholder 37">
            <a:extLst>
              <a:ext uri="{FF2B5EF4-FFF2-40B4-BE49-F238E27FC236}">
                <a16:creationId xmlns:a16="http://schemas.microsoft.com/office/drawing/2014/main" id="{0302A6CA-43F5-48E8-B119-67114D35371E}"/>
              </a:ext>
            </a:extLst>
          </p:cNvPr>
          <p:cNvSpPr>
            <a:spLocks noGrp="1"/>
          </p:cNvSpPr>
          <p:nvPr>
            <p:ph type="body" sz="quarter" idx="11" hasCustomPrompt="1"/>
          </p:nvPr>
        </p:nvSpPr>
        <p:spPr>
          <a:xfrm>
            <a:off x="2422849" y="5135369"/>
            <a:ext cx="3745522" cy="1701324"/>
          </a:xfrm>
        </p:spPr>
        <p:txBody>
          <a:bodyPr lIns="91440">
            <a:normAutofit/>
          </a:bodyPr>
          <a:lstStyle>
            <a:lvl1pPr marL="0" indent="0" algn="l">
              <a:buNone/>
              <a:defRPr sz="2400">
                <a:solidFill>
                  <a:schemeClr val="bg1"/>
                </a:solidFill>
              </a:defRPr>
            </a:lvl1pPr>
          </a:lstStyle>
          <a:p>
            <a:r>
              <a:rPr lang="en-US"/>
              <a:t>Assurance engagement</a:t>
            </a:r>
          </a:p>
          <a:p>
            <a:r>
              <a:rPr lang="en-US"/>
              <a:t>24000-0070</a:t>
            </a:r>
          </a:p>
          <a:p>
            <a:r>
              <a:rPr lang="en-US"/>
              <a:t>DD MM YYYY</a:t>
            </a:r>
          </a:p>
          <a:p>
            <a:r>
              <a:rPr lang="en-US"/>
              <a:t>Confidential</a:t>
            </a:r>
          </a:p>
        </p:txBody>
      </p:sp>
      <p:pic>
        <p:nvPicPr>
          <p:cNvPr id="2" name="Picture 1">
            <a:extLst>
              <a:ext uri="{FF2B5EF4-FFF2-40B4-BE49-F238E27FC236}">
                <a16:creationId xmlns:a16="http://schemas.microsoft.com/office/drawing/2014/main" id="{1F346602-A606-C76C-63B0-4B29E102E27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invGray">
          <a:xfrm>
            <a:off x="7305146" y="170870"/>
            <a:ext cx="2645449" cy="478799"/>
          </a:xfrm>
          <a:prstGeom prst="rect">
            <a:avLst/>
          </a:prstGeom>
        </p:spPr>
      </p:pic>
      <p:sp>
        <p:nvSpPr>
          <p:cNvPr id="4" name="Parallelogram 3">
            <a:extLst>
              <a:ext uri="{FF2B5EF4-FFF2-40B4-BE49-F238E27FC236}">
                <a16:creationId xmlns:a16="http://schemas.microsoft.com/office/drawing/2014/main" id="{A6BC2FB5-7DBF-05EB-9315-66789D0D9CCE}"/>
              </a:ext>
            </a:extLst>
          </p:cNvPr>
          <p:cNvSpPr/>
          <p:nvPr userDrawn="1"/>
        </p:nvSpPr>
        <p:spPr>
          <a:xfrm>
            <a:off x="-1" y="230195"/>
            <a:ext cx="5013789" cy="418537"/>
          </a:xfrm>
          <a:prstGeom prst="parallelogram">
            <a:avLst>
              <a:gd name="adj" fmla="val 0"/>
            </a:avLst>
          </a:prstGeom>
          <a:gradFill flip="none" rotWithShape="1">
            <a:gsLst>
              <a:gs pos="100000">
                <a:srgbClr val="0800B9"/>
              </a:gs>
              <a:gs pos="0">
                <a:srgbClr val="009EE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AACOMPANY </a:t>
            </a:r>
            <a:r>
              <a:rPr lang="en-US" sz="1800" dirty="0">
                <a:latin typeface="+mn-lt"/>
              </a:rPr>
              <a:t>Internal</a:t>
            </a:r>
            <a:r>
              <a:rPr lang="en-US" sz="1800" dirty="0"/>
              <a:t> audit report </a:t>
            </a:r>
          </a:p>
        </p:txBody>
      </p:sp>
    </p:spTree>
    <p:extLst>
      <p:ext uri="{BB962C8B-B14F-4D97-AF65-F5344CB8AC3E}">
        <p14:creationId xmlns:p14="http://schemas.microsoft.com/office/powerpoint/2010/main" val="1211817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1">
    <p:bg>
      <p:bgPr>
        <a:gradFill>
          <a:gsLst>
            <a:gs pos="100000">
              <a:srgbClr val="0800B9"/>
            </a:gs>
            <a:gs pos="0">
              <a:srgbClr val="009EE3"/>
            </a:gs>
          </a:gsLst>
          <a:path path="circle">
            <a:fillToRect l="100000" t="100000"/>
          </a:path>
        </a:gradFill>
        <a:effectLst/>
      </p:bgPr>
    </p:bg>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A1041B3D-D1E7-9C91-9D29-E5FBAAD5B577}"/>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497055" y="230196"/>
            <a:ext cx="1503233" cy="272069"/>
          </a:xfrm>
          <a:prstGeom prst="rect">
            <a:avLst/>
          </a:prstGeom>
        </p:spPr>
      </p:pic>
      <p:sp>
        <p:nvSpPr>
          <p:cNvPr id="4" name="Flowchart: Data 3">
            <a:extLst>
              <a:ext uri="{FF2B5EF4-FFF2-40B4-BE49-F238E27FC236}">
                <a16:creationId xmlns:a16="http://schemas.microsoft.com/office/drawing/2014/main" id="{3C6AA8C6-786D-9003-A5ED-684587A438D3}"/>
              </a:ext>
            </a:extLst>
          </p:cNvPr>
          <p:cNvSpPr/>
          <p:nvPr userDrawn="1"/>
        </p:nvSpPr>
        <p:spPr>
          <a:xfrm flipH="1">
            <a:off x="6110510" y="5588001"/>
            <a:ext cx="6081488" cy="1255756"/>
          </a:xfrm>
          <a:prstGeom prst="flowChartInputOutpu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Flowchart: Data 6">
            <a:extLst>
              <a:ext uri="{FF2B5EF4-FFF2-40B4-BE49-F238E27FC236}">
                <a16:creationId xmlns:a16="http://schemas.microsoft.com/office/drawing/2014/main" id="{612EB90D-6168-70DC-EA53-FB45FA37EF2E}"/>
              </a:ext>
            </a:extLst>
          </p:cNvPr>
          <p:cNvSpPr/>
          <p:nvPr userDrawn="1"/>
        </p:nvSpPr>
        <p:spPr>
          <a:xfrm>
            <a:off x="14513" y="5588001"/>
            <a:ext cx="6081487" cy="1255756"/>
          </a:xfrm>
          <a:prstGeom prst="flowChartInputOutpu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Parallelogram 21">
            <a:extLst>
              <a:ext uri="{FF2B5EF4-FFF2-40B4-BE49-F238E27FC236}">
                <a16:creationId xmlns:a16="http://schemas.microsoft.com/office/drawing/2014/main" id="{9D273968-517E-53D3-8892-945B5FA06DF6}"/>
              </a:ext>
            </a:extLst>
          </p:cNvPr>
          <p:cNvSpPr/>
          <p:nvPr userDrawn="1"/>
        </p:nvSpPr>
        <p:spPr>
          <a:xfrm>
            <a:off x="0" y="230195"/>
            <a:ext cx="4562670" cy="418537"/>
          </a:xfrm>
          <a:prstGeom prst="parallelogram">
            <a:avLst>
              <a:gd name="adj" fmla="val 0"/>
            </a:avLst>
          </a:prstGeom>
          <a:gradFill flip="none" rotWithShape="1">
            <a:gsLst>
              <a:gs pos="100000">
                <a:srgbClr val="0800B9"/>
              </a:gs>
              <a:gs pos="0">
                <a:srgbClr val="009EE3"/>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AACOMPANY </a:t>
            </a:r>
            <a:r>
              <a:rPr lang="en-US" sz="1800" dirty="0">
                <a:latin typeface="+mn-lt"/>
              </a:rPr>
              <a:t>Internal</a:t>
            </a:r>
            <a:r>
              <a:rPr lang="en-US" sz="1800" dirty="0"/>
              <a:t> audit report</a:t>
            </a:r>
          </a:p>
        </p:txBody>
      </p:sp>
      <p:sp>
        <p:nvSpPr>
          <p:cNvPr id="5" name="Text Placeholder 4">
            <a:extLst>
              <a:ext uri="{FF2B5EF4-FFF2-40B4-BE49-F238E27FC236}">
                <a16:creationId xmlns:a16="http://schemas.microsoft.com/office/drawing/2014/main" id="{1ECBDA5E-C69A-ACE6-61D4-6CE47F68B2C1}"/>
              </a:ext>
            </a:extLst>
          </p:cNvPr>
          <p:cNvSpPr>
            <a:spLocks noGrp="1"/>
          </p:cNvSpPr>
          <p:nvPr>
            <p:ph type="body" sz="quarter" idx="10" hasCustomPrompt="1"/>
          </p:nvPr>
        </p:nvSpPr>
        <p:spPr>
          <a:xfrm>
            <a:off x="1200150" y="5676900"/>
            <a:ext cx="3714750" cy="1085850"/>
          </a:xfrm>
        </p:spPr>
        <p:txBody>
          <a:bodyPr>
            <a:normAutofit/>
          </a:bodyPr>
          <a:lstStyle>
            <a:lvl2pPr marL="457200" indent="0">
              <a:buNone/>
              <a:defRPr sz="2000">
                <a:solidFill>
                  <a:schemeClr val="bg1"/>
                </a:solidFill>
              </a:defRPr>
            </a:lvl2pPr>
          </a:lstStyle>
          <a:p>
            <a:pPr lvl="1"/>
            <a:r>
              <a:rPr lang="en-US"/>
              <a:t>Second level</a:t>
            </a:r>
          </a:p>
        </p:txBody>
      </p:sp>
      <p:sp>
        <p:nvSpPr>
          <p:cNvPr id="6" name="Text Placeholder 4">
            <a:extLst>
              <a:ext uri="{FF2B5EF4-FFF2-40B4-BE49-F238E27FC236}">
                <a16:creationId xmlns:a16="http://schemas.microsoft.com/office/drawing/2014/main" id="{D3412350-BE4E-022D-0825-4F0D6F628C5F}"/>
              </a:ext>
            </a:extLst>
          </p:cNvPr>
          <p:cNvSpPr>
            <a:spLocks noGrp="1"/>
          </p:cNvSpPr>
          <p:nvPr>
            <p:ph type="body" sz="quarter" idx="11" hasCustomPrompt="1"/>
          </p:nvPr>
        </p:nvSpPr>
        <p:spPr>
          <a:xfrm>
            <a:off x="7293879" y="5676900"/>
            <a:ext cx="3714750" cy="1085850"/>
          </a:xfrm>
        </p:spPr>
        <p:txBody>
          <a:bodyPr>
            <a:normAutofit/>
          </a:bodyPr>
          <a:lstStyle>
            <a:lvl2pPr marL="457200" indent="0">
              <a:buNone/>
              <a:defRPr sz="1600">
                <a:solidFill>
                  <a:schemeClr val="bg1"/>
                </a:solidFill>
              </a:defRPr>
            </a:lvl2pPr>
          </a:lstStyle>
          <a:p>
            <a:pPr lvl="1"/>
            <a:r>
              <a:rPr lang="en-US"/>
              <a:t>Second level</a:t>
            </a:r>
          </a:p>
        </p:txBody>
      </p:sp>
      <p:sp>
        <p:nvSpPr>
          <p:cNvPr id="2" name="TextBox 1">
            <a:extLst>
              <a:ext uri="{FF2B5EF4-FFF2-40B4-BE49-F238E27FC236}">
                <a16:creationId xmlns:a16="http://schemas.microsoft.com/office/drawing/2014/main" id="{CE60FD0D-E1E0-1A10-1466-AB0C8510BA37}"/>
              </a:ext>
            </a:extLst>
          </p:cNvPr>
          <p:cNvSpPr txBox="1"/>
          <p:nvPr userDrawn="1"/>
        </p:nvSpPr>
        <p:spPr>
          <a:xfrm>
            <a:off x="102742" y="955497"/>
            <a:ext cx="11825555" cy="4397339"/>
          </a:xfrm>
          <a:prstGeom prst="rect">
            <a:avLst/>
          </a:prstGeom>
          <a:solidFill>
            <a:srgbClr val="FFFFFF">
              <a:alpha val="39608"/>
            </a:srgbClr>
          </a:solidFill>
        </p:spPr>
        <p:txBody>
          <a:bodyPr vert="horz" wrap="square" lIns="91440" tIns="45720" rIns="91440" bIns="45720" rtlCol="0" anchor="ctr" anchorCtr="0">
            <a:normAutofit/>
          </a:bodyPr>
          <a:lstStyle/>
          <a:p>
            <a:pPr algn="ctr"/>
            <a:r>
              <a:rPr lang="en-NL" sz="5400" dirty="0"/>
              <a:t>COMPANY FRONT PAGE</a:t>
            </a:r>
          </a:p>
        </p:txBody>
      </p:sp>
    </p:spTree>
    <p:extLst>
      <p:ext uri="{BB962C8B-B14F-4D97-AF65-F5344CB8AC3E}">
        <p14:creationId xmlns:p14="http://schemas.microsoft.com/office/powerpoint/2010/main" val="428345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1">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0855888-D029-4887-9D07-8B18D0A43EC3}"/>
              </a:ext>
            </a:extLst>
          </p:cNvPr>
          <p:cNvGrpSpPr/>
          <p:nvPr userDrawn="1"/>
        </p:nvGrpSpPr>
        <p:grpSpPr>
          <a:xfrm>
            <a:off x="290944" y="1346662"/>
            <a:ext cx="11604569" cy="5278583"/>
            <a:chOff x="0" y="1306286"/>
            <a:chExt cx="12192000" cy="5551716"/>
          </a:xfrm>
          <a:gradFill flip="none" rotWithShape="1">
            <a:gsLst>
              <a:gs pos="100000">
                <a:srgbClr val="0800B9">
                  <a:alpha val="97647"/>
                </a:srgbClr>
              </a:gs>
              <a:gs pos="0">
                <a:srgbClr val="009EE3"/>
              </a:gs>
            </a:gsLst>
            <a:lin ang="10800000" scaled="1"/>
            <a:tileRect/>
          </a:gradFill>
        </p:grpSpPr>
        <p:sp>
          <p:nvSpPr>
            <p:cNvPr id="6" name="Rectangle 5">
              <a:hlinkClick r:id="rId2" action="ppaction://hlinksldjump"/>
              <a:extLst>
                <a:ext uri="{FF2B5EF4-FFF2-40B4-BE49-F238E27FC236}">
                  <a16:creationId xmlns:a16="http://schemas.microsoft.com/office/drawing/2014/main" id="{5DDB9A4D-BC32-4DA7-B9E4-2B9017EE834D}"/>
                </a:ext>
              </a:extLst>
            </p:cNvPr>
            <p:cNvSpPr/>
            <p:nvPr userDrawn="1"/>
          </p:nvSpPr>
          <p:spPr>
            <a:xfrm>
              <a:off x="0" y="1306286"/>
              <a:ext cx="4064000" cy="277585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3" action="ppaction://hlinksldjump"/>
              <a:extLst>
                <a:ext uri="{FF2B5EF4-FFF2-40B4-BE49-F238E27FC236}">
                  <a16:creationId xmlns:a16="http://schemas.microsoft.com/office/drawing/2014/main" id="{F6B9FB02-E924-4FF9-95AF-96D9DAC5AAE0}"/>
                </a:ext>
              </a:extLst>
            </p:cNvPr>
            <p:cNvSpPr/>
            <p:nvPr userDrawn="1"/>
          </p:nvSpPr>
          <p:spPr>
            <a:xfrm>
              <a:off x="0" y="4082143"/>
              <a:ext cx="4064000" cy="277585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hlinkClick r:id="rId4" action="ppaction://hlinksldjump"/>
              <a:extLst>
                <a:ext uri="{FF2B5EF4-FFF2-40B4-BE49-F238E27FC236}">
                  <a16:creationId xmlns:a16="http://schemas.microsoft.com/office/drawing/2014/main" id="{598DA2A0-3868-4158-981B-98133D07862C}"/>
                </a:ext>
              </a:extLst>
            </p:cNvPr>
            <p:cNvSpPr/>
            <p:nvPr userDrawn="1"/>
          </p:nvSpPr>
          <p:spPr>
            <a:xfrm>
              <a:off x="4064000" y="4082144"/>
              <a:ext cx="4064000" cy="2775858"/>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hlinkClick r:id="rId5" action="ppaction://hlinksldjump"/>
              <a:extLst>
                <a:ext uri="{FF2B5EF4-FFF2-40B4-BE49-F238E27FC236}">
                  <a16:creationId xmlns:a16="http://schemas.microsoft.com/office/drawing/2014/main" id="{0322E485-4685-4077-9CD3-8D5341653905}"/>
                </a:ext>
              </a:extLst>
            </p:cNvPr>
            <p:cNvSpPr/>
            <p:nvPr userDrawn="1"/>
          </p:nvSpPr>
          <p:spPr>
            <a:xfrm>
              <a:off x="8128000" y="4082143"/>
              <a:ext cx="4064000" cy="277585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6" action="ppaction://hlinksldjump"/>
              <a:extLst>
                <a:ext uri="{FF2B5EF4-FFF2-40B4-BE49-F238E27FC236}">
                  <a16:creationId xmlns:a16="http://schemas.microsoft.com/office/drawing/2014/main" id="{1F142E46-08E9-4D9E-B648-F15247819E46}"/>
                </a:ext>
              </a:extLst>
            </p:cNvPr>
            <p:cNvSpPr/>
            <p:nvPr userDrawn="1"/>
          </p:nvSpPr>
          <p:spPr>
            <a:xfrm>
              <a:off x="8128000" y="1306286"/>
              <a:ext cx="4064000" cy="277585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7" action="ppaction://hlinksldjump"/>
              <a:extLst>
                <a:ext uri="{FF2B5EF4-FFF2-40B4-BE49-F238E27FC236}">
                  <a16:creationId xmlns:a16="http://schemas.microsoft.com/office/drawing/2014/main" id="{3FDA3EE6-F1F8-4A89-AA32-FC3E1F0DF8F4}"/>
                </a:ext>
              </a:extLst>
            </p:cNvPr>
            <p:cNvSpPr/>
            <p:nvPr userDrawn="1"/>
          </p:nvSpPr>
          <p:spPr>
            <a:xfrm>
              <a:off x="4064000" y="1306286"/>
              <a:ext cx="4064000" cy="277585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3496F39-29BB-4C1E-9DAF-E0513793305F}"/>
              </a:ext>
            </a:extLst>
          </p:cNvPr>
          <p:cNvSpPr>
            <a:spLocks noGrp="1"/>
          </p:cNvSpPr>
          <p:nvPr>
            <p:ph type="title" hasCustomPrompt="1"/>
          </p:nvPr>
        </p:nvSpPr>
        <p:spPr>
          <a:xfrm>
            <a:off x="408604" y="304800"/>
            <a:ext cx="8520403" cy="625151"/>
          </a:xfrm>
        </p:spPr>
        <p:txBody>
          <a:bodyPr/>
          <a:lstStyle>
            <a:lvl1pPr>
              <a:defRPr sz="3600">
                <a:solidFill>
                  <a:srgbClr val="0800B9"/>
                </a:solidFill>
                <a:latin typeface="+mn-lt"/>
              </a:defRPr>
            </a:lvl1pPr>
          </a:lstStyle>
          <a:p>
            <a:r>
              <a:rPr lang="en-US">
                <a:solidFill>
                  <a:srgbClr val="306CB3"/>
                </a:solidFill>
              </a:rPr>
              <a:t>Table of contents</a:t>
            </a:r>
            <a:endParaRPr lang="en-US"/>
          </a:p>
        </p:txBody>
      </p:sp>
      <p:sp>
        <p:nvSpPr>
          <p:cNvPr id="4" name="Picture Placeholder 3">
            <a:extLst>
              <a:ext uri="{FF2B5EF4-FFF2-40B4-BE49-F238E27FC236}">
                <a16:creationId xmlns:a16="http://schemas.microsoft.com/office/drawing/2014/main" id="{4B8345BC-1E7B-4D6F-9A55-09C3D09C0287}"/>
              </a:ext>
            </a:extLst>
          </p:cNvPr>
          <p:cNvSpPr>
            <a:spLocks noGrp="1"/>
          </p:cNvSpPr>
          <p:nvPr>
            <p:ph type="pic" sz="quarter" idx="10"/>
          </p:nvPr>
        </p:nvSpPr>
        <p:spPr>
          <a:xfrm>
            <a:off x="1410651" y="2099224"/>
            <a:ext cx="1628775" cy="1134167"/>
          </a:xfrm>
        </p:spPr>
        <p:txBody>
          <a:bodyPr/>
          <a:lstStyle/>
          <a:p>
            <a:endParaRPr lang="en-US"/>
          </a:p>
        </p:txBody>
      </p:sp>
      <p:sp>
        <p:nvSpPr>
          <p:cNvPr id="12" name="Picture Placeholder 3">
            <a:extLst>
              <a:ext uri="{FF2B5EF4-FFF2-40B4-BE49-F238E27FC236}">
                <a16:creationId xmlns:a16="http://schemas.microsoft.com/office/drawing/2014/main" id="{C9BFD3E4-E9C6-43A9-84E2-9C2090FD28F8}"/>
              </a:ext>
            </a:extLst>
          </p:cNvPr>
          <p:cNvSpPr>
            <a:spLocks noGrp="1"/>
          </p:cNvSpPr>
          <p:nvPr>
            <p:ph type="pic" sz="quarter" idx="11"/>
          </p:nvPr>
        </p:nvSpPr>
        <p:spPr>
          <a:xfrm>
            <a:off x="1404718" y="4738514"/>
            <a:ext cx="1628775" cy="1134167"/>
          </a:xfrm>
        </p:spPr>
        <p:txBody>
          <a:bodyPr/>
          <a:lstStyle/>
          <a:p>
            <a:endParaRPr lang="en-US"/>
          </a:p>
        </p:txBody>
      </p:sp>
      <p:sp>
        <p:nvSpPr>
          <p:cNvPr id="13" name="Picture Placeholder 3">
            <a:extLst>
              <a:ext uri="{FF2B5EF4-FFF2-40B4-BE49-F238E27FC236}">
                <a16:creationId xmlns:a16="http://schemas.microsoft.com/office/drawing/2014/main" id="{1F2A99BD-AEE0-4C19-8C0B-CAF02AAEB3CE}"/>
              </a:ext>
            </a:extLst>
          </p:cNvPr>
          <p:cNvSpPr>
            <a:spLocks noGrp="1"/>
          </p:cNvSpPr>
          <p:nvPr>
            <p:ph type="pic" sz="quarter" idx="12"/>
          </p:nvPr>
        </p:nvSpPr>
        <p:spPr>
          <a:xfrm>
            <a:off x="5278841" y="2099223"/>
            <a:ext cx="1628775" cy="1134167"/>
          </a:xfrm>
        </p:spPr>
        <p:txBody>
          <a:bodyPr/>
          <a:lstStyle/>
          <a:p>
            <a:endParaRPr lang="en-US"/>
          </a:p>
        </p:txBody>
      </p:sp>
      <p:sp>
        <p:nvSpPr>
          <p:cNvPr id="15" name="Picture Placeholder 3">
            <a:extLst>
              <a:ext uri="{FF2B5EF4-FFF2-40B4-BE49-F238E27FC236}">
                <a16:creationId xmlns:a16="http://schemas.microsoft.com/office/drawing/2014/main" id="{2713482D-413D-438A-9E10-4E8D4DA195DC}"/>
              </a:ext>
            </a:extLst>
          </p:cNvPr>
          <p:cNvSpPr>
            <a:spLocks noGrp="1"/>
          </p:cNvSpPr>
          <p:nvPr>
            <p:ph type="pic" sz="quarter" idx="13"/>
          </p:nvPr>
        </p:nvSpPr>
        <p:spPr>
          <a:xfrm>
            <a:off x="5284775" y="4738513"/>
            <a:ext cx="1628775" cy="1134167"/>
          </a:xfrm>
        </p:spPr>
        <p:txBody>
          <a:bodyPr/>
          <a:lstStyle/>
          <a:p>
            <a:endParaRPr lang="en-US"/>
          </a:p>
        </p:txBody>
      </p:sp>
      <p:sp>
        <p:nvSpPr>
          <p:cNvPr id="16" name="Picture Placeholder 3">
            <a:extLst>
              <a:ext uri="{FF2B5EF4-FFF2-40B4-BE49-F238E27FC236}">
                <a16:creationId xmlns:a16="http://schemas.microsoft.com/office/drawing/2014/main" id="{A09D0556-7391-4AD8-9620-E8AAB9204EA3}"/>
              </a:ext>
            </a:extLst>
          </p:cNvPr>
          <p:cNvSpPr>
            <a:spLocks noGrp="1"/>
          </p:cNvSpPr>
          <p:nvPr>
            <p:ph type="pic" sz="quarter" idx="14"/>
          </p:nvPr>
        </p:nvSpPr>
        <p:spPr>
          <a:xfrm>
            <a:off x="9147030" y="4738512"/>
            <a:ext cx="1628775" cy="1134167"/>
          </a:xfrm>
        </p:spPr>
        <p:txBody>
          <a:bodyPr/>
          <a:lstStyle/>
          <a:p>
            <a:endParaRPr lang="en-US"/>
          </a:p>
        </p:txBody>
      </p:sp>
      <p:sp>
        <p:nvSpPr>
          <p:cNvPr id="17" name="Picture Placeholder 3">
            <a:extLst>
              <a:ext uri="{FF2B5EF4-FFF2-40B4-BE49-F238E27FC236}">
                <a16:creationId xmlns:a16="http://schemas.microsoft.com/office/drawing/2014/main" id="{038E1861-A95B-44D2-88C4-E148D247476A}"/>
              </a:ext>
            </a:extLst>
          </p:cNvPr>
          <p:cNvSpPr>
            <a:spLocks noGrp="1"/>
          </p:cNvSpPr>
          <p:nvPr>
            <p:ph type="pic" sz="quarter" idx="15"/>
          </p:nvPr>
        </p:nvSpPr>
        <p:spPr>
          <a:xfrm>
            <a:off x="9152574" y="2099223"/>
            <a:ext cx="1628775" cy="1134167"/>
          </a:xfrm>
        </p:spPr>
        <p:txBody>
          <a:bodyPr/>
          <a:lstStyle/>
          <a:p>
            <a:endParaRPr lang="en-US"/>
          </a:p>
        </p:txBody>
      </p:sp>
      <p:sp>
        <p:nvSpPr>
          <p:cNvPr id="18" name="Text Placeholder 17">
            <a:extLst>
              <a:ext uri="{FF2B5EF4-FFF2-40B4-BE49-F238E27FC236}">
                <a16:creationId xmlns:a16="http://schemas.microsoft.com/office/drawing/2014/main" id="{0F16B466-3EC4-4215-8357-6A9BEB6EECA1}"/>
              </a:ext>
            </a:extLst>
          </p:cNvPr>
          <p:cNvSpPr>
            <a:spLocks noGrp="1"/>
          </p:cNvSpPr>
          <p:nvPr>
            <p:ph type="body" sz="quarter" idx="16" hasCustomPrompt="1"/>
          </p:nvPr>
        </p:nvSpPr>
        <p:spPr>
          <a:xfrm>
            <a:off x="771305" y="3350332"/>
            <a:ext cx="2895600" cy="495300"/>
          </a:xfrm>
        </p:spPr>
        <p:txBody>
          <a:bodyPr>
            <a:normAutofit/>
          </a:bodyPr>
          <a:lstStyle>
            <a:lvl1pPr marL="0" indent="0">
              <a:buNone/>
              <a:defRPr sz="1600">
                <a:solidFill>
                  <a:schemeClr val="bg1"/>
                </a:solidFill>
              </a:defRPr>
            </a:lvl1pPr>
          </a:lstStyle>
          <a:p>
            <a:pPr lvl="0"/>
            <a:r>
              <a:rPr lang="en-US"/>
              <a:t>Title 1</a:t>
            </a:r>
          </a:p>
        </p:txBody>
      </p:sp>
      <p:sp>
        <p:nvSpPr>
          <p:cNvPr id="20" name="Text Placeholder 17">
            <a:extLst>
              <a:ext uri="{FF2B5EF4-FFF2-40B4-BE49-F238E27FC236}">
                <a16:creationId xmlns:a16="http://schemas.microsoft.com/office/drawing/2014/main" id="{65F9BEB1-1517-4FFA-A744-8548C4CAB2FD}"/>
              </a:ext>
            </a:extLst>
          </p:cNvPr>
          <p:cNvSpPr>
            <a:spLocks noGrp="1"/>
          </p:cNvSpPr>
          <p:nvPr>
            <p:ph type="body" sz="quarter" idx="17" hasCustomPrompt="1"/>
          </p:nvPr>
        </p:nvSpPr>
        <p:spPr>
          <a:xfrm>
            <a:off x="777239" y="5992091"/>
            <a:ext cx="2895600" cy="495300"/>
          </a:xfrm>
        </p:spPr>
        <p:txBody>
          <a:bodyPr>
            <a:normAutofit/>
          </a:bodyPr>
          <a:lstStyle>
            <a:lvl1pPr marL="0" indent="0">
              <a:buNone/>
              <a:defRPr sz="1600">
                <a:solidFill>
                  <a:schemeClr val="bg1"/>
                </a:solidFill>
              </a:defRPr>
            </a:lvl1pPr>
          </a:lstStyle>
          <a:p>
            <a:pPr lvl="0"/>
            <a:r>
              <a:rPr lang="en-US"/>
              <a:t>Title 1</a:t>
            </a:r>
          </a:p>
        </p:txBody>
      </p:sp>
      <p:sp>
        <p:nvSpPr>
          <p:cNvPr id="21" name="Text Placeholder 17">
            <a:extLst>
              <a:ext uri="{FF2B5EF4-FFF2-40B4-BE49-F238E27FC236}">
                <a16:creationId xmlns:a16="http://schemas.microsoft.com/office/drawing/2014/main" id="{D65B4C86-81E5-4A1A-8594-AF74A455CD7B}"/>
              </a:ext>
            </a:extLst>
          </p:cNvPr>
          <p:cNvSpPr>
            <a:spLocks noGrp="1"/>
          </p:cNvSpPr>
          <p:nvPr>
            <p:ph type="body" sz="quarter" idx="18" hasCustomPrompt="1"/>
          </p:nvPr>
        </p:nvSpPr>
        <p:spPr>
          <a:xfrm>
            <a:off x="8513617" y="5989623"/>
            <a:ext cx="2895600" cy="495300"/>
          </a:xfrm>
        </p:spPr>
        <p:txBody>
          <a:bodyPr>
            <a:normAutofit/>
          </a:bodyPr>
          <a:lstStyle>
            <a:lvl1pPr marL="0" indent="0">
              <a:buNone/>
              <a:defRPr sz="1600">
                <a:solidFill>
                  <a:schemeClr val="bg1"/>
                </a:solidFill>
              </a:defRPr>
            </a:lvl1pPr>
          </a:lstStyle>
          <a:p>
            <a:pPr lvl="0"/>
            <a:r>
              <a:rPr lang="en-US"/>
              <a:t>Title 1</a:t>
            </a:r>
          </a:p>
        </p:txBody>
      </p:sp>
      <p:sp>
        <p:nvSpPr>
          <p:cNvPr id="22" name="Text Placeholder 17">
            <a:extLst>
              <a:ext uri="{FF2B5EF4-FFF2-40B4-BE49-F238E27FC236}">
                <a16:creationId xmlns:a16="http://schemas.microsoft.com/office/drawing/2014/main" id="{C5D61263-2757-40DD-A84F-CC54A39AAD8E}"/>
              </a:ext>
            </a:extLst>
          </p:cNvPr>
          <p:cNvSpPr>
            <a:spLocks noGrp="1"/>
          </p:cNvSpPr>
          <p:nvPr>
            <p:ph type="body" sz="quarter" idx="19" hasCustomPrompt="1"/>
          </p:nvPr>
        </p:nvSpPr>
        <p:spPr>
          <a:xfrm>
            <a:off x="8513617" y="3350332"/>
            <a:ext cx="2895600" cy="495300"/>
          </a:xfrm>
        </p:spPr>
        <p:txBody>
          <a:bodyPr>
            <a:normAutofit/>
          </a:bodyPr>
          <a:lstStyle>
            <a:lvl1pPr marL="0" indent="0">
              <a:buNone/>
              <a:defRPr sz="1600">
                <a:solidFill>
                  <a:schemeClr val="bg1"/>
                </a:solidFill>
              </a:defRPr>
            </a:lvl1pPr>
          </a:lstStyle>
          <a:p>
            <a:pPr lvl="0"/>
            <a:r>
              <a:rPr lang="en-US"/>
              <a:t>Title 1</a:t>
            </a:r>
          </a:p>
        </p:txBody>
      </p:sp>
      <p:sp>
        <p:nvSpPr>
          <p:cNvPr id="23" name="Text Placeholder 17">
            <a:extLst>
              <a:ext uri="{FF2B5EF4-FFF2-40B4-BE49-F238E27FC236}">
                <a16:creationId xmlns:a16="http://schemas.microsoft.com/office/drawing/2014/main" id="{17D58493-742C-4921-9B10-FABE3BC8CEB2}"/>
              </a:ext>
            </a:extLst>
          </p:cNvPr>
          <p:cNvSpPr>
            <a:spLocks noGrp="1"/>
          </p:cNvSpPr>
          <p:nvPr>
            <p:ph type="body" sz="quarter" idx="20" hasCustomPrompt="1"/>
          </p:nvPr>
        </p:nvSpPr>
        <p:spPr>
          <a:xfrm>
            <a:off x="4645427" y="3350332"/>
            <a:ext cx="2895600" cy="495300"/>
          </a:xfrm>
        </p:spPr>
        <p:txBody>
          <a:bodyPr>
            <a:normAutofit/>
          </a:bodyPr>
          <a:lstStyle>
            <a:lvl1pPr marL="0" indent="0">
              <a:buNone/>
              <a:defRPr sz="1600">
                <a:solidFill>
                  <a:schemeClr val="bg1"/>
                </a:solidFill>
              </a:defRPr>
            </a:lvl1pPr>
          </a:lstStyle>
          <a:p>
            <a:pPr lvl="0"/>
            <a:r>
              <a:rPr lang="en-US"/>
              <a:t>Title 1</a:t>
            </a:r>
          </a:p>
        </p:txBody>
      </p:sp>
      <p:sp>
        <p:nvSpPr>
          <p:cNvPr id="24" name="Text Placeholder 17">
            <a:extLst>
              <a:ext uri="{FF2B5EF4-FFF2-40B4-BE49-F238E27FC236}">
                <a16:creationId xmlns:a16="http://schemas.microsoft.com/office/drawing/2014/main" id="{67815A89-5295-4F24-B2F8-C0B525BA459F}"/>
              </a:ext>
            </a:extLst>
          </p:cNvPr>
          <p:cNvSpPr>
            <a:spLocks noGrp="1"/>
          </p:cNvSpPr>
          <p:nvPr>
            <p:ph type="body" sz="quarter" idx="21" hasCustomPrompt="1"/>
          </p:nvPr>
        </p:nvSpPr>
        <p:spPr>
          <a:xfrm>
            <a:off x="4798480" y="5989623"/>
            <a:ext cx="2895600" cy="495300"/>
          </a:xfrm>
        </p:spPr>
        <p:txBody>
          <a:bodyPr>
            <a:normAutofit/>
          </a:bodyPr>
          <a:lstStyle>
            <a:lvl1pPr marL="0" indent="0">
              <a:buNone/>
              <a:defRPr sz="1600">
                <a:solidFill>
                  <a:schemeClr val="bg1"/>
                </a:solidFill>
              </a:defRPr>
            </a:lvl1pPr>
          </a:lstStyle>
          <a:p>
            <a:pPr lvl="0"/>
            <a:r>
              <a:rPr lang="en-US"/>
              <a:t>Title 1</a:t>
            </a:r>
          </a:p>
        </p:txBody>
      </p:sp>
      <p:sp>
        <p:nvSpPr>
          <p:cNvPr id="3" name="Slide Number Placeholder 5">
            <a:extLst>
              <a:ext uri="{FF2B5EF4-FFF2-40B4-BE49-F238E27FC236}">
                <a16:creationId xmlns:a16="http://schemas.microsoft.com/office/drawing/2014/main" id="{DD297955-B874-AB35-CB78-BF2111E1DD53}"/>
              </a:ext>
            </a:extLst>
          </p:cNvPr>
          <p:cNvSpPr>
            <a:spLocks noGrp="1"/>
          </p:cNvSpPr>
          <p:nvPr>
            <p:ph type="sldNum" sz="quarter" idx="4"/>
          </p:nvPr>
        </p:nvSpPr>
        <p:spPr>
          <a:xfrm>
            <a:off x="10972534" y="529915"/>
            <a:ext cx="345275" cy="302241"/>
          </a:xfrm>
          <a:prstGeom prst="rect">
            <a:avLst/>
          </a:prstGeom>
          <a:noFill/>
          <a:ln w="1626" cap="flat">
            <a:noFill/>
            <a:prstDash val="solid"/>
            <a:miter/>
          </a:ln>
          <a:effectLst>
            <a:softEdge rad="0"/>
          </a:effectLst>
        </p:spPr>
        <p:txBody>
          <a:bodyPr vert="horz" lIns="91440" tIns="45720" rIns="91440" bIns="45720" rtlCol="0" anchor="ctr"/>
          <a:lstStyle>
            <a:lvl1pPr algn="ctr">
              <a:defRPr sz="1200">
                <a:solidFill>
                  <a:schemeClr val="tx1">
                    <a:tint val="75000"/>
                  </a:schemeClr>
                </a:solidFill>
                <a:latin typeface="Source Sans Pro" panose="020B0503030403020204" pitchFamily="34" charset="0"/>
                <a:ea typeface="Source Sans Pro" panose="020B0503030403020204" pitchFamily="34" charset="0"/>
              </a:defRPr>
            </a:lvl1pPr>
          </a:lstStyle>
          <a:p>
            <a:fld id="{9C5C683D-CEB1-4F30-9DF4-65B979347242}" type="slidenum">
              <a:rPr lang="en-US" smtClean="0"/>
              <a:pPr/>
              <a:t>‹#›</a:t>
            </a:fld>
            <a:endParaRPr lang="en-US"/>
          </a:p>
        </p:txBody>
      </p:sp>
    </p:spTree>
    <p:extLst>
      <p:ext uri="{BB962C8B-B14F-4D97-AF65-F5344CB8AC3E}">
        <p14:creationId xmlns:p14="http://schemas.microsoft.com/office/powerpoint/2010/main" val="4028867249"/>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0855888-D029-4887-9D07-8B18D0A43EC3}"/>
              </a:ext>
            </a:extLst>
          </p:cNvPr>
          <p:cNvGrpSpPr/>
          <p:nvPr userDrawn="1"/>
        </p:nvGrpSpPr>
        <p:grpSpPr>
          <a:xfrm>
            <a:off x="290944" y="1346662"/>
            <a:ext cx="11604569" cy="5278583"/>
            <a:chOff x="0" y="1306286"/>
            <a:chExt cx="12192000" cy="5551716"/>
          </a:xfrm>
          <a:gradFill flip="none" rotWithShape="1">
            <a:gsLst>
              <a:gs pos="100000">
                <a:srgbClr val="0800B9"/>
              </a:gs>
              <a:gs pos="0">
                <a:srgbClr val="009EE3"/>
              </a:gs>
            </a:gsLst>
            <a:lin ang="10800000" scaled="1"/>
            <a:tileRect/>
          </a:gradFill>
        </p:grpSpPr>
        <p:sp>
          <p:nvSpPr>
            <p:cNvPr id="6" name="Rectangle 5">
              <a:extLst>
                <a:ext uri="{FF2B5EF4-FFF2-40B4-BE49-F238E27FC236}">
                  <a16:creationId xmlns:a16="http://schemas.microsoft.com/office/drawing/2014/main" id="{5DDB9A4D-BC32-4DA7-B9E4-2B9017EE834D}"/>
                </a:ext>
              </a:extLst>
            </p:cNvPr>
            <p:cNvSpPr/>
            <p:nvPr userDrawn="1"/>
          </p:nvSpPr>
          <p:spPr>
            <a:xfrm>
              <a:off x="0" y="1306286"/>
              <a:ext cx="4064000" cy="2775857"/>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6B9FB02-E924-4FF9-95AF-96D9DAC5AAE0}"/>
                </a:ext>
              </a:extLst>
            </p:cNvPr>
            <p:cNvSpPr/>
            <p:nvPr userDrawn="1"/>
          </p:nvSpPr>
          <p:spPr>
            <a:xfrm>
              <a:off x="0" y="4082143"/>
              <a:ext cx="4064000" cy="2775857"/>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98DA2A0-3868-4158-981B-98133D07862C}"/>
                </a:ext>
              </a:extLst>
            </p:cNvPr>
            <p:cNvSpPr/>
            <p:nvPr userDrawn="1"/>
          </p:nvSpPr>
          <p:spPr>
            <a:xfrm>
              <a:off x="4064000" y="4082144"/>
              <a:ext cx="4064000" cy="2775858"/>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322E485-4685-4077-9CD3-8D5341653905}"/>
                </a:ext>
              </a:extLst>
            </p:cNvPr>
            <p:cNvSpPr/>
            <p:nvPr userDrawn="1"/>
          </p:nvSpPr>
          <p:spPr>
            <a:xfrm>
              <a:off x="8128000" y="4082143"/>
              <a:ext cx="4064000" cy="2775857"/>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142E46-08E9-4D9E-B648-F15247819E46}"/>
                </a:ext>
              </a:extLst>
            </p:cNvPr>
            <p:cNvSpPr/>
            <p:nvPr userDrawn="1"/>
          </p:nvSpPr>
          <p:spPr>
            <a:xfrm>
              <a:off x="8128000" y="1306286"/>
              <a:ext cx="4064000" cy="2775857"/>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FDA3EE6-F1F8-4A89-AA32-FC3E1F0DF8F4}"/>
                </a:ext>
              </a:extLst>
            </p:cNvPr>
            <p:cNvSpPr/>
            <p:nvPr userDrawn="1"/>
          </p:nvSpPr>
          <p:spPr>
            <a:xfrm>
              <a:off x="4064000" y="1306286"/>
              <a:ext cx="4064000" cy="2775857"/>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3496F39-29BB-4C1E-9DAF-E0513793305F}"/>
              </a:ext>
            </a:extLst>
          </p:cNvPr>
          <p:cNvSpPr>
            <a:spLocks noGrp="1"/>
          </p:cNvSpPr>
          <p:nvPr>
            <p:ph type="title" hasCustomPrompt="1"/>
          </p:nvPr>
        </p:nvSpPr>
        <p:spPr>
          <a:xfrm>
            <a:off x="408604" y="304800"/>
            <a:ext cx="8520403" cy="625151"/>
          </a:xfrm>
        </p:spPr>
        <p:txBody>
          <a:bodyPr/>
          <a:lstStyle>
            <a:lvl1pPr>
              <a:defRPr sz="3600">
                <a:solidFill>
                  <a:schemeClr val="accent1"/>
                </a:solidFill>
              </a:defRPr>
            </a:lvl1pPr>
          </a:lstStyle>
          <a:p>
            <a:r>
              <a:rPr lang="en-US">
                <a:solidFill>
                  <a:srgbClr val="306CB3"/>
                </a:solidFill>
              </a:rPr>
              <a:t>Table of contents</a:t>
            </a:r>
            <a:endParaRPr lang="en-US"/>
          </a:p>
        </p:txBody>
      </p:sp>
      <p:sp>
        <p:nvSpPr>
          <p:cNvPr id="4" name="Picture Placeholder 3">
            <a:extLst>
              <a:ext uri="{FF2B5EF4-FFF2-40B4-BE49-F238E27FC236}">
                <a16:creationId xmlns:a16="http://schemas.microsoft.com/office/drawing/2014/main" id="{4B8345BC-1E7B-4D6F-9A55-09C3D09C0287}"/>
              </a:ext>
            </a:extLst>
          </p:cNvPr>
          <p:cNvSpPr>
            <a:spLocks noGrp="1"/>
          </p:cNvSpPr>
          <p:nvPr>
            <p:ph type="pic" sz="quarter" idx="10"/>
          </p:nvPr>
        </p:nvSpPr>
        <p:spPr>
          <a:xfrm>
            <a:off x="1410651" y="2099224"/>
            <a:ext cx="1628775" cy="1134167"/>
          </a:xfrm>
        </p:spPr>
        <p:txBody>
          <a:bodyPr/>
          <a:lstStyle/>
          <a:p>
            <a:endParaRPr lang="en-US"/>
          </a:p>
        </p:txBody>
      </p:sp>
      <p:sp>
        <p:nvSpPr>
          <p:cNvPr id="12" name="Picture Placeholder 3">
            <a:extLst>
              <a:ext uri="{FF2B5EF4-FFF2-40B4-BE49-F238E27FC236}">
                <a16:creationId xmlns:a16="http://schemas.microsoft.com/office/drawing/2014/main" id="{C9BFD3E4-E9C6-43A9-84E2-9C2090FD28F8}"/>
              </a:ext>
            </a:extLst>
          </p:cNvPr>
          <p:cNvSpPr>
            <a:spLocks noGrp="1"/>
          </p:cNvSpPr>
          <p:nvPr>
            <p:ph type="pic" sz="quarter" idx="11"/>
          </p:nvPr>
        </p:nvSpPr>
        <p:spPr>
          <a:xfrm>
            <a:off x="1404718" y="4738514"/>
            <a:ext cx="1628775" cy="1134167"/>
          </a:xfrm>
        </p:spPr>
        <p:txBody>
          <a:bodyPr/>
          <a:lstStyle/>
          <a:p>
            <a:endParaRPr lang="en-US"/>
          </a:p>
        </p:txBody>
      </p:sp>
      <p:sp>
        <p:nvSpPr>
          <p:cNvPr id="13" name="Picture Placeholder 3">
            <a:extLst>
              <a:ext uri="{FF2B5EF4-FFF2-40B4-BE49-F238E27FC236}">
                <a16:creationId xmlns:a16="http://schemas.microsoft.com/office/drawing/2014/main" id="{1F2A99BD-AEE0-4C19-8C0B-CAF02AAEB3CE}"/>
              </a:ext>
            </a:extLst>
          </p:cNvPr>
          <p:cNvSpPr>
            <a:spLocks noGrp="1"/>
          </p:cNvSpPr>
          <p:nvPr>
            <p:ph type="pic" sz="quarter" idx="12"/>
          </p:nvPr>
        </p:nvSpPr>
        <p:spPr>
          <a:xfrm>
            <a:off x="5278841" y="2099223"/>
            <a:ext cx="1628775" cy="1134167"/>
          </a:xfrm>
        </p:spPr>
        <p:txBody>
          <a:bodyPr/>
          <a:lstStyle/>
          <a:p>
            <a:endParaRPr lang="en-US"/>
          </a:p>
        </p:txBody>
      </p:sp>
      <p:sp>
        <p:nvSpPr>
          <p:cNvPr id="15" name="Picture Placeholder 3">
            <a:extLst>
              <a:ext uri="{FF2B5EF4-FFF2-40B4-BE49-F238E27FC236}">
                <a16:creationId xmlns:a16="http://schemas.microsoft.com/office/drawing/2014/main" id="{2713482D-413D-438A-9E10-4E8D4DA195DC}"/>
              </a:ext>
            </a:extLst>
          </p:cNvPr>
          <p:cNvSpPr>
            <a:spLocks noGrp="1"/>
          </p:cNvSpPr>
          <p:nvPr>
            <p:ph type="pic" sz="quarter" idx="13"/>
          </p:nvPr>
        </p:nvSpPr>
        <p:spPr>
          <a:xfrm>
            <a:off x="5284775" y="4738513"/>
            <a:ext cx="1628775" cy="1134167"/>
          </a:xfrm>
        </p:spPr>
        <p:txBody>
          <a:bodyPr/>
          <a:lstStyle/>
          <a:p>
            <a:endParaRPr lang="en-US"/>
          </a:p>
        </p:txBody>
      </p:sp>
      <p:sp>
        <p:nvSpPr>
          <p:cNvPr id="16" name="Picture Placeholder 3">
            <a:extLst>
              <a:ext uri="{FF2B5EF4-FFF2-40B4-BE49-F238E27FC236}">
                <a16:creationId xmlns:a16="http://schemas.microsoft.com/office/drawing/2014/main" id="{A09D0556-7391-4AD8-9620-E8AAB9204EA3}"/>
              </a:ext>
            </a:extLst>
          </p:cNvPr>
          <p:cNvSpPr>
            <a:spLocks noGrp="1"/>
          </p:cNvSpPr>
          <p:nvPr>
            <p:ph type="pic" sz="quarter" idx="14"/>
          </p:nvPr>
        </p:nvSpPr>
        <p:spPr>
          <a:xfrm>
            <a:off x="9147030" y="4738512"/>
            <a:ext cx="1628775" cy="1134167"/>
          </a:xfrm>
        </p:spPr>
        <p:txBody>
          <a:bodyPr/>
          <a:lstStyle/>
          <a:p>
            <a:endParaRPr lang="en-US"/>
          </a:p>
        </p:txBody>
      </p:sp>
      <p:sp>
        <p:nvSpPr>
          <p:cNvPr id="17" name="Picture Placeholder 3">
            <a:extLst>
              <a:ext uri="{FF2B5EF4-FFF2-40B4-BE49-F238E27FC236}">
                <a16:creationId xmlns:a16="http://schemas.microsoft.com/office/drawing/2014/main" id="{038E1861-A95B-44D2-88C4-E148D247476A}"/>
              </a:ext>
            </a:extLst>
          </p:cNvPr>
          <p:cNvSpPr>
            <a:spLocks noGrp="1"/>
          </p:cNvSpPr>
          <p:nvPr>
            <p:ph type="pic" sz="quarter" idx="15"/>
          </p:nvPr>
        </p:nvSpPr>
        <p:spPr>
          <a:xfrm>
            <a:off x="9152574" y="2099223"/>
            <a:ext cx="1628775" cy="1134167"/>
          </a:xfrm>
        </p:spPr>
        <p:txBody>
          <a:bodyPr/>
          <a:lstStyle/>
          <a:p>
            <a:endParaRPr lang="en-US"/>
          </a:p>
        </p:txBody>
      </p:sp>
      <p:sp>
        <p:nvSpPr>
          <p:cNvPr id="18" name="Text Placeholder 17">
            <a:extLst>
              <a:ext uri="{FF2B5EF4-FFF2-40B4-BE49-F238E27FC236}">
                <a16:creationId xmlns:a16="http://schemas.microsoft.com/office/drawing/2014/main" id="{0F16B466-3EC4-4215-8357-6A9BEB6EECA1}"/>
              </a:ext>
            </a:extLst>
          </p:cNvPr>
          <p:cNvSpPr>
            <a:spLocks noGrp="1"/>
          </p:cNvSpPr>
          <p:nvPr>
            <p:ph type="body" sz="quarter" idx="16" hasCustomPrompt="1"/>
          </p:nvPr>
        </p:nvSpPr>
        <p:spPr>
          <a:xfrm>
            <a:off x="771305" y="3350332"/>
            <a:ext cx="2895600" cy="495300"/>
          </a:xfrm>
        </p:spPr>
        <p:txBody>
          <a:bodyPr>
            <a:normAutofit/>
          </a:bodyPr>
          <a:lstStyle>
            <a:lvl1pPr marL="0" indent="0">
              <a:buNone/>
              <a:defRPr sz="1600">
                <a:solidFill>
                  <a:schemeClr val="bg1"/>
                </a:solidFill>
              </a:defRPr>
            </a:lvl1pPr>
          </a:lstStyle>
          <a:p>
            <a:pPr lvl="0"/>
            <a:r>
              <a:rPr lang="en-US"/>
              <a:t>Title 1</a:t>
            </a:r>
          </a:p>
        </p:txBody>
      </p:sp>
      <p:sp>
        <p:nvSpPr>
          <p:cNvPr id="20" name="Text Placeholder 17">
            <a:extLst>
              <a:ext uri="{FF2B5EF4-FFF2-40B4-BE49-F238E27FC236}">
                <a16:creationId xmlns:a16="http://schemas.microsoft.com/office/drawing/2014/main" id="{65F9BEB1-1517-4FFA-A744-8548C4CAB2FD}"/>
              </a:ext>
            </a:extLst>
          </p:cNvPr>
          <p:cNvSpPr>
            <a:spLocks noGrp="1"/>
          </p:cNvSpPr>
          <p:nvPr>
            <p:ph type="body" sz="quarter" idx="17" hasCustomPrompt="1"/>
          </p:nvPr>
        </p:nvSpPr>
        <p:spPr>
          <a:xfrm>
            <a:off x="777239" y="5992091"/>
            <a:ext cx="2895600" cy="495300"/>
          </a:xfrm>
        </p:spPr>
        <p:txBody>
          <a:bodyPr>
            <a:normAutofit/>
          </a:bodyPr>
          <a:lstStyle>
            <a:lvl1pPr marL="0" indent="0">
              <a:buNone/>
              <a:defRPr sz="1600">
                <a:solidFill>
                  <a:schemeClr val="bg1"/>
                </a:solidFill>
              </a:defRPr>
            </a:lvl1pPr>
          </a:lstStyle>
          <a:p>
            <a:pPr lvl="0"/>
            <a:r>
              <a:rPr lang="en-US"/>
              <a:t>Title 1</a:t>
            </a:r>
          </a:p>
        </p:txBody>
      </p:sp>
      <p:sp>
        <p:nvSpPr>
          <p:cNvPr id="21" name="Text Placeholder 17">
            <a:extLst>
              <a:ext uri="{FF2B5EF4-FFF2-40B4-BE49-F238E27FC236}">
                <a16:creationId xmlns:a16="http://schemas.microsoft.com/office/drawing/2014/main" id="{D65B4C86-81E5-4A1A-8594-AF74A455CD7B}"/>
              </a:ext>
            </a:extLst>
          </p:cNvPr>
          <p:cNvSpPr>
            <a:spLocks noGrp="1"/>
          </p:cNvSpPr>
          <p:nvPr>
            <p:ph type="body" sz="quarter" idx="18" hasCustomPrompt="1"/>
          </p:nvPr>
        </p:nvSpPr>
        <p:spPr>
          <a:xfrm>
            <a:off x="8513617" y="5989623"/>
            <a:ext cx="2895600" cy="495300"/>
          </a:xfrm>
        </p:spPr>
        <p:txBody>
          <a:bodyPr>
            <a:normAutofit/>
          </a:bodyPr>
          <a:lstStyle>
            <a:lvl1pPr marL="0" indent="0">
              <a:buNone/>
              <a:defRPr sz="1600">
                <a:solidFill>
                  <a:schemeClr val="bg1"/>
                </a:solidFill>
              </a:defRPr>
            </a:lvl1pPr>
          </a:lstStyle>
          <a:p>
            <a:pPr lvl="0"/>
            <a:r>
              <a:rPr lang="en-US"/>
              <a:t>Title 1</a:t>
            </a:r>
          </a:p>
        </p:txBody>
      </p:sp>
      <p:sp>
        <p:nvSpPr>
          <p:cNvPr id="22" name="Text Placeholder 17">
            <a:extLst>
              <a:ext uri="{FF2B5EF4-FFF2-40B4-BE49-F238E27FC236}">
                <a16:creationId xmlns:a16="http://schemas.microsoft.com/office/drawing/2014/main" id="{C5D61263-2757-40DD-A84F-CC54A39AAD8E}"/>
              </a:ext>
            </a:extLst>
          </p:cNvPr>
          <p:cNvSpPr>
            <a:spLocks noGrp="1"/>
          </p:cNvSpPr>
          <p:nvPr>
            <p:ph type="body" sz="quarter" idx="19" hasCustomPrompt="1"/>
          </p:nvPr>
        </p:nvSpPr>
        <p:spPr>
          <a:xfrm>
            <a:off x="8513617" y="3350332"/>
            <a:ext cx="2895600" cy="495300"/>
          </a:xfrm>
        </p:spPr>
        <p:txBody>
          <a:bodyPr>
            <a:normAutofit/>
          </a:bodyPr>
          <a:lstStyle>
            <a:lvl1pPr marL="0" indent="0">
              <a:buNone/>
              <a:defRPr sz="1600">
                <a:solidFill>
                  <a:schemeClr val="bg1"/>
                </a:solidFill>
              </a:defRPr>
            </a:lvl1pPr>
          </a:lstStyle>
          <a:p>
            <a:pPr lvl="0"/>
            <a:r>
              <a:rPr lang="en-US"/>
              <a:t>Title 1</a:t>
            </a:r>
          </a:p>
        </p:txBody>
      </p:sp>
      <p:sp>
        <p:nvSpPr>
          <p:cNvPr id="23" name="Text Placeholder 17">
            <a:extLst>
              <a:ext uri="{FF2B5EF4-FFF2-40B4-BE49-F238E27FC236}">
                <a16:creationId xmlns:a16="http://schemas.microsoft.com/office/drawing/2014/main" id="{17D58493-742C-4921-9B10-FABE3BC8CEB2}"/>
              </a:ext>
            </a:extLst>
          </p:cNvPr>
          <p:cNvSpPr>
            <a:spLocks noGrp="1"/>
          </p:cNvSpPr>
          <p:nvPr>
            <p:ph type="body" sz="quarter" idx="20" hasCustomPrompt="1"/>
          </p:nvPr>
        </p:nvSpPr>
        <p:spPr>
          <a:xfrm>
            <a:off x="4645427" y="3350332"/>
            <a:ext cx="2895600" cy="495300"/>
          </a:xfrm>
        </p:spPr>
        <p:txBody>
          <a:bodyPr>
            <a:normAutofit/>
          </a:bodyPr>
          <a:lstStyle>
            <a:lvl1pPr marL="0" indent="0">
              <a:buNone/>
              <a:defRPr sz="1600">
                <a:solidFill>
                  <a:schemeClr val="bg1"/>
                </a:solidFill>
              </a:defRPr>
            </a:lvl1pPr>
          </a:lstStyle>
          <a:p>
            <a:pPr lvl="0"/>
            <a:r>
              <a:rPr lang="en-US"/>
              <a:t>Title 1</a:t>
            </a:r>
          </a:p>
        </p:txBody>
      </p:sp>
      <p:sp>
        <p:nvSpPr>
          <p:cNvPr id="24" name="Text Placeholder 17">
            <a:extLst>
              <a:ext uri="{FF2B5EF4-FFF2-40B4-BE49-F238E27FC236}">
                <a16:creationId xmlns:a16="http://schemas.microsoft.com/office/drawing/2014/main" id="{67815A89-5295-4F24-B2F8-C0B525BA459F}"/>
              </a:ext>
            </a:extLst>
          </p:cNvPr>
          <p:cNvSpPr>
            <a:spLocks noGrp="1"/>
          </p:cNvSpPr>
          <p:nvPr>
            <p:ph type="body" sz="quarter" idx="21" hasCustomPrompt="1"/>
          </p:nvPr>
        </p:nvSpPr>
        <p:spPr>
          <a:xfrm>
            <a:off x="4798480" y="5989623"/>
            <a:ext cx="2895600" cy="495300"/>
          </a:xfrm>
        </p:spPr>
        <p:txBody>
          <a:bodyPr>
            <a:normAutofit/>
          </a:bodyPr>
          <a:lstStyle>
            <a:lvl1pPr marL="0" indent="0">
              <a:buNone/>
              <a:defRPr sz="1600">
                <a:solidFill>
                  <a:schemeClr val="bg1"/>
                </a:solidFill>
              </a:defRPr>
            </a:lvl1pPr>
          </a:lstStyle>
          <a:p>
            <a:pPr lvl="0"/>
            <a:r>
              <a:rPr lang="en-US"/>
              <a:t>Title 1</a:t>
            </a:r>
          </a:p>
        </p:txBody>
      </p:sp>
      <p:sp>
        <p:nvSpPr>
          <p:cNvPr id="3" name="Slide Number Placeholder 5">
            <a:extLst>
              <a:ext uri="{FF2B5EF4-FFF2-40B4-BE49-F238E27FC236}">
                <a16:creationId xmlns:a16="http://schemas.microsoft.com/office/drawing/2014/main" id="{BD4F24DA-CB61-EA9A-30C5-0F3FE3F1CA1C}"/>
              </a:ext>
            </a:extLst>
          </p:cNvPr>
          <p:cNvSpPr>
            <a:spLocks noGrp="1"/>
          </p:cNvSpPr>
          <p:nvPr>
            <p:ph type="sldNum" sz="quarter" idx="4"/>
          </p:nvPr>
        </p:nvSpPr>
        <p:spPr>
          <a:xfrm>
            <a:off x="10972534" y="529915"/>
            <a:ext cx="345275" cy="302241"/>
          </a:xfrm>
          <a:prstGeom prst="rect">
            <a:avLst/>
          </a:prstGeom>
          <a:noFill/>
          <a:ln w="1626" cap="flat">
            <a:noFill/>
            <a:prstDash val="solid"/>
            <a:miter/>
          </a:ln>
          <a:effectLst>
            <a:softEdge rad="0"/>
          </a:effectLst>
        </p:spPr>
        <p:txBody>
          <a:bodyPr vert="horz" lIns="91440" tIns="45720" rIns="91440" bIns="45720" rtlCol="0" anchor="ctr"/>
          <a:lstStyle>
            <a:lvl1pPr algn="ctr">
              <a:defRPr sz="1200">
                <a:solidFill>
                  <a:schemeClr val="tx1">
                    <a:tint val="75000"/>
                  </a:schemeClr>
                </a:solidFill>
                <a:latin typeface="Source Sans Pro" panose="020B0503030403020204" pitchFamily="34" charset="0"/>
                <a:ea typeface="Source Sans Pro" panose="020B0503030403020204" pitchFamily="34" charset="0"/>
              </a:defRPr>
            </a:lvl1pPr>
          </a:lstStyle>
          <a:p>
            <a:fld id="{9C5C683D-CEB1-4F30-9DF4-65B979347242}" type="slidenum">
              <a:rPr lang="en-US" smtClean="0"/>
              <a:pPr/>
              <a:t>‹#›</a:t>
            </a:fld>
            <a:endParaRPr lang="en-US"/>
          </a:p>
        </p:txBody>
      </p:sp>
    </p:spTree>
    <p:extLst>
      <p:ext uri="{BB962C8B-B14F-4D97-AF65-F5344CB8AC3E}">
        <p14:creationId xmlns:p14="http://schemas.microsoft.com/office/powerpoint/2010/main" val="1940525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
    <p:spTree>
      <p:nvGrpSpPr>
        <p:cNvPr id="1" name=""/>
        <p:cNvGrpSpPr/>
        <p:nvPr/>
      </p:nvGrpSpPr>
      <p:grpSpPr>
        <a:xfrm>
          <a:off x="0" y="0"/>
          <a:ext cx="0" cy="0"/>
          <a:chOff x="0" y="0"/>
          <a:chExt cx="0" cy="0"/>
        </a:xfrm>
      </p:grpSpPr>
      <p:sp>
        <p:nvSpPr>
          <p:cNvPr id="38" name="Rectangle 37">
            <a:hlinkClick r:id="rId2" action="ppaction://hlinksldjump"/>
            <a:extLst>
              <a:ext uri="{FF2B5EF4-FFF2-40B4-BE49-F238E27FC236}">
                <a16:creationId xmlns:a16="http://schemas.microsoft.com/office/drawing/2014/main" id="{170AC6CB-4710-1B1A-6042-9283C79B6526}"/>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hlinkClick r:id="rId3" action="ppaction://hlinksldjump"/>
            <a:extLst>
              <a:ext uri="{FF2B5EF4-FFF2-40B4-BE49-F238E27FC236}">
                <a16:creationId xmlns:a16="http://schemas.microsoft.com/office/drawing/2014/main" id="{A8CE9F66-F37C-6286-C7CA-3C7CD883FBB4}"/>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hlinkClick r:id="rId4" action="ppaction://hlinksldjump"/>
            <a:extLst>
              <a:ext uri="{FF2B5EF4-FFF2-40B4-BE49-F238E27FC236}">
                <a16:creationId xmlns:a16="http://schemas.microsoft.com/office/drawing/2014/main" id="{2179F5E1-AFC1-5886-85EA-E35F7922627A}"/>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hlinkClick r:id="rId5" action="ppaction://hlinksldjump"/>
            <a:extLst>
              <a:ext uri="{FF2B5EF4-FFF2-40B4-BE49-F238E27FC236}">
                <a16:creationId xmlns:a16="http://schemas.microsoft.com/office/drawing/2014/main" id="{1516ECE1-98DD-3546-B289-2117D89CC9DE}"/>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hlinkClick r:id="rId6" action="ppaction://hlinksldjump"/>
            <a:extLst>
              <a:ext uri="{FF2B5EF4-FFF2-40B4-BE49-F238E27FC236}">
                <a16:creationId xmlns:a16="http://schemas.microsoft.com/office/drawing/2014/main" id="{64489B82-0E25-2E33-3144-5B37E3F06E4C}"/>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0D1491A5-714B-489E-AF6F-1B9910D1068C}"/>
              </a:ext>
            </a:extLst>
          </p:cNvPr>
          <p:cNvSpPr>
            <a:spLocks noGrp="1"/>
          </p:cNvSpPr>
          <p:nvPr>
            <p:ph type="sldNum" sz="quarter" idx="12"/>
          </p:nvPr>
        </p:nvSpPr>
        <p:spPr>
          <a:xfrm>
            <a:off x="10963853" y="542889"/>
            <a:ext cx="354779" cy="269999"/>
          </a:xfrm>
        </p:spPr>
        <p:txBody>
          <a:bodyPr/>
          <a:lstStyle/>
          <a:p>
            <a:fld id="{9C5C683D-CEB1-4F30-9DF4-65B979347242}" type="slidenum">
              <a:rPr lang="en-US" smtClean="0"/>
              <a:pPr/>
              <a:t>‹#›</a:t>
            </a:fld>
            <a:endParaRPr lang="en-US"/>
          </a:p>
        </p:txBody>
      </p:sp>
      <p:sp>
        <p:nvSpPr>
          <p:cNvPr id="31" name="Text Placeholder 14">
            <a:extLst>
              <a:ext uri="{FF2B5EF4-FFF2-40B4-BE49-F238E27FC236}">
                <a16:creationId xmlns:a16="http://schemas.microsoft.com/office/drawing/2014/main" id="{8BFE452A-8371-44B3-9F69-0FB9FA57E6B9}"/>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8" name="Text Placeholder 7">
            <a:extLst>
              <a:ext uri="{FF2B5EF4-FFF2-40B4-BE49-F238E27FC236}">
                <a16:creationId xmlns:a16="http://schemas.microsoft.com/office/drawing/2014/main" id="{740979CE-7A33-4D44-A586-AA3EDD69878A}"/>
              </a:ext>
            </a:extLst>
          </p:cNvPr>
          <p:cNvSpPr>
            <a:spLocks noGrp="1"/>
          </p:cNvSpPr>
          <p:nvPr>
            <p:ph type="body" sz="quarter" idx="25" hasCustomPrompt="1"/>
          </p:nvPr>
        </p:nvSpPr>
        <p:spPr>
          <a:xfrm>
            <a:off x="2190751" y="1381125"/>
            <a:ext cx="4781549" cy="5000625"/>
          </a:xfrm>
        </p:spPr>
        <p:txBody>
          <a:bodyPr>
            <a:normAutofit/>
          </a:bodyPr>
          <a:lstStyle>
            <a:lvl1pPr>
              <a:defRPr sz="1000">
                <a:latin typeface="+mn-lt"/>
              </a:defRPr>
            </a:lvl1pPr>
          </a:lstStyle>
          <a:p>
            <a:pPr lvl="0"/>
            <a:r>
              <a:rPr lang="en-US"/>
              <a:t>Click to add text</a:t>
            </a:r>
          </a:p>
        </p:txBody>
      </p:sp>
      <p:sp>
        <p:nvSpPr>
          <p:cNvPr id="32" name="Text Placeholder 7">
            <a:extLst>
              <a:ext uri="{FF2B5EF4-FFF2-40B4-BE49-F238E27FC236}">
                <a16:creationId xmlns:a16="http://schemas.microsoft.com/office/drawing/2014/main" id="{E80E63F5-7022-45C8-B7EC-E7EEE12A1AC0}"/>
              </a:ext>
            </a:extLst>
          </p:cNvPr>
          <p:cNvSpPr>
            <a:spLocks noGrp="1"/>
          </p:cNvSpPr>
          <p:nvPr>
            <p:ph type="body" sz="quarter" idx="26" hasCustomPrompt="1"/>
          </p:nvPr>
        </p:nvSpPr>
        <p:spPr>
          <a:xfrm>
            <a:off x="7135528" y="4330700"/>
            <a:ext cx="4781549" cy="2051049"/>
          </a:xfrm>
        </p:spPr>
        <p:txBody>
          <a:bodyPr>
            <a:normAutofit/>
          </a:bodyPr>
          <a:lstStyle>
            <a:lvl1pPr>
              <a:defRPr sz="1000">
                <a:latin typeface="+mn-lt"/>
              </a:defRPr>
            </a:lvl1pPr>
          </a:lstStyle>
          <a:p>
            <a:pPr lvl="0"/>
            <a:r>
              <a:rPr lang="en-US"/>
              <a:t>Click to add text</a:t>
            </a:r>
          </a:p>
        </p:txBody>
      </p:sp>
      <p:sp>
        <p:nvSpPr>
          <p:cNvPr id="4" name="Table Placeholder 3">
            <a:extLst>
              <a:ext uri="{FF2B5EF4-FFF2-40B4-BE49-F238E27FC236}">
                <a16:creationId xmlns:a16="http://schemas.microsoft.com/office/drawing/2014/main" id="{73547667-EE92-47E8-AE0B-6C2DEE979EBC}"/>
              </a:ext>
            </a:extLst>
          </p:cNvPr>
          <p:cNvSpPr>
            <a:spLocks noGrp="1"/>
          </p:cNvSpPr>
          <p:nvPr>
            <p:ph type="tbl" sz="quarter" idx="27"/>
          </p:nvPr>
        </p:nvSpPr>
        <p:spPr>
          <a:xfrm>
            <a:off x="7135813" y="1381125"/>
            <a:ext cx="4781550" cy="2847975"/>
          </a:xfrm>
        </p:spPr>
        <p:txBody>
          <a:bodyPr/>
          <a:lstStyle>
            <a:lvl1pPr>
              <a:defRPr sz="1000">
                <a:latin typeface="+mn-lt"/>
              </a:defRPr>
            </a:lvl1pPr>
          </a:lstStyle>
          <a:p>
            <a:endParaRPr lang="en-US"/>
          </a:p>
        </p:txBody>
      </p:sp>
      <p:sp>
        <p:nvSpPr>
          <p:cNvPr id="15" name="Title 1">
            <a:extLst>
              <a:ext uri="{FF2B5EF4-FFF2-40B4-BE49-F238E27FC236}">
                <a16:creationId xmlns:a16="http://schemas.microsoft.com/office/drawing/2014/main" id="{5451DBD7-6F00-4EF6-91FF-438EBE9A3662}"/>
              </a:ext>
            </a:extLst>
          </p:cNvPr>
          <p:cNvSpPr>
            <a:spLocks noGrp="1"/>
          </p:cNvSpPr>
          <p:nvPr>
            <p:ph type="title" hasCustomPrompt="1"/>
          </p:nvPr>
        </p:nvSpPr>
        <p:spPr>
          <a:xfrm>
            <a:off x="407988" y="304800"/>
            <a:ext cx="8521700" cy="625475"/>
          </a:xfrm>
        </p:spPr>
        <p:txBody>
          <a:bodyPr>
            <a:normAutofit fontScale="90000"/>
          </a:bodyPr>
          <a:lstStyle>
            <a:lvl1pPr>
              <a:defRPr sz="4000">
                <a:solidFill>
                  <a:srgbClr val="0800B9"/>
                </a:solidFill>
                <a:latin typeface="+mn-lt"/>
              </a:defRPr>
            </a:lvl1pPr>
          </a:lstStyle>
          <a:p>
            <a:r>
              <a:rPr lang="en-US">
                <a:solidFill>
                  <a:srgbClr val="306CB3"/>
                </a:solidFill>
              </a:rPr>
              <a:t>Title</a:t>
            </a:r>
          </a:p>
        </p:txBody>
      </p:sp>
      <p:grpSp>
        <p:nvGrpSpPr>
          <p:cNvPr id="2" name="Group 9">
            <a:extLst>
              <a:ext uri="{FF2B5EF4-FFF2-40B4-BE49-F238E27FC236}">
                <a16:creationId xmlns:a16="http://schemas.microsoft.com/office/drawing/2014/main" id="{D0DB2CD5-53A1-718F-D568-0DDEA07783C9}"/>
              </a:ext>
            </a:extLst>
          </p:cNvPr>
          <p:cNvGrpSpPr/>
          <p:nvPr userDrawn="1"/>
        </p:nvGrpSpPr>
        <p:grpSpPr>
          <a:xfrm>
            <a:off x="0" y="0"/>
            <a:ext cx="442800" cy="6472255"/>
            <a:chOff x="0" y="0"/>
            <a:chExt cx="442800" cy="6858000"/>
          </a:xfrm>
          <a:solidFill>
            <a:schemeClr val="bg1">
              <a:lumMod val="85000"/>
            </a:schemeClr>
          </a:solidFill>
        </p:grpSpPr>
        <p:sp>
          <p:nvSpPr>
            <p:cNvPr id="3" name="Rectangle 2">
              <a:extLst>
                <a:ext uri="{FF2B5EF4-FFF2-40B4-BE49-F238E27FC236}">
                  <a16:creationId xmlns:a16="http://schemas.microsoft.com/office/drawing/2014/main" id="{16DD2D3E-3DC1-C229-7CCC-7FAB92D21A7F}"/>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9" name="Picture 12">
              <a:extLst>
                <a:ext uri="{FF2B5EF4-FFF2-40B4-BE49-F238E27FC236}">
                  <a16:creationId xmlns:a16="http://schemas.microsoft.com/office/drawing/2014/main" id="{0ADF10E4-20B5-174A-2ED2-E8934928EBCA}"/>
                </a:ext>
              </a:extLst>
            </p:cNvPr>
            <p:cNvPicPr>
              <a:picLocks noChangeAspect="1"/>
            </p:cNvPicPr>
            <p:nvPr userDrawn="1"/>
          </p:nvPicPr>
          <p:blipFill>
            <a:blip r:embed="rId7"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49" name="Text Placeholder 14">
            <a:extLst>
              <a:ext uri="{FF2B5EF4-FFF2-40B4-BE49-F238E27FC236}">
                <a16:creationId xmlns:a16="http://schemas.microsoft.com/office/drawing/2014/main" id="{F0CFDC83-8496-9DD8-8FEC-DA1BBBA3DEEA}"/>
              </a:ext>
            </a:extLst>
          </p:cNvPr>
          <p:cNvSpPr>
            <a:spLocks noGrp="1"/>
          </p:cNvSpPr>
          <p:nvPr>
            <p:ph type="body" sz="quarter" idx="28"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50" name="Text Placeholder 14">
            <a:extLst>
              <a:ext uri="{FF2B5EF4-FFF2-40B4-BE49-F238E27FC236}">
                <a16:creationId xmlns:a16="http://schemas.microsoft.com/office/drawing/2014/main" id="{153BCD7C-A074-7B37-B1BA-0EB6F59E9607}"/>
              </a:ext>
            </a:extLst>
          </p:cNvPr>
          <p:cNvSpPr>
            <a:spLocks noGrp="1"/>
          </p:cNvSpPr>
          <p:nvPr>
            <p:ph type="body" sz="quarter" idx="29"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7" name="Rectangle 6">
            <a:hlinkClick r:id="rId8" action="ppaction://hlinksldjump"/>
            <a:extLst>
              <a:ext uri="{FF2B5EF4-FFF2-40B4-BE49-F238E27FC236}">
                <a16:creationId xmlns:a16="http://schemas.microsoft.com/office/drawing/2014/main" id="{CA733964-9372-5BDB-85C7-903D99426F41}"/>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 Placeholder 14">
            <a:extLst>
              <a:ext uri="{FF2B5EF4-FFF2-40B4-BE49-F238E27FC236}">
                <a16:creationId xmlns:a16="http://schemas.microsoft.com/office/drawing/2014/main" id="{5BB017C0-BA8A-52FF-109D-2E3D609C612A}"/>
              </a:ext>
            </a:extLst>
          </p:cNvPr>
          <p:cNvSpPr>
            <a:spLocks noGrp="1"/>
          </p:cNvSpPr>
          <p:nvPr>
            <p:ph type="body" sz="quarter" idx="30"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52" name="Text Placeholder 14">
            <a:extLst>
              <a:ext uri="{FF2B5EF4-FFF2-40B4-BE49-F238E27FC236}">
                <a16:creationId xmlns:a16="http://schemas.microsoft.com/office/drawing/2014/main" id="{262AE77C-1DCE-7468-4D1E-D0B834D6EF0E}"/>
              </a:ext>
            </a:extLst>
          </p:cNvPr>
          <p:cNvSpPr>
            <a:spLocks noGrp="1"/>
          </p:cNvSpPr>
          <p:nvPr>
            <p:ph type="body" sz="quarter" idx="31"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53" name="Text Placeholder 14">
            <a:extLst>
              <a:ext uri="{FF2B5EF4-FFF2-40B4-BE49-F238E27FC236}">
                <a16:creationId xmlns:a16="http://schemas.microsoft.com/office/drawing/2014/main" id="{A7024427-17FE-4ACF-C257-09652A186FFD}"/>
              </a:ext>
            </a:extLst>
          </p:cNvPr>
          <p:cNvSpPr>
            <a:spLocks noGrp="1"/>
          </p:cNvSpPr>
          <p:nvPr>
            <p:ph type="body" sz="quarter" idx="32"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sp>
        <p:nvSpPr>
          <p:cNvPr id="11" name="TextBox 10">
            <a:extLst>
              <a:ext uri="{FF2B5EF4-FFF2-40B4-BE49-F238E27FC236}">
                <a16:creationId xmlns:a16="http://schemas.microsoft.com/office/drawing/2014/main" id="{812ECC62-730F-D6EC-CA48-98EC9C98F5DA}"/>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2352277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4">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D1491A5-714B-489E-AF6F-1B9910D1068C}"/>
              </a:ext>
            </a:extLst>
          </p:cNvPr>
          <p:cNvSpPr>
            <a:spLocks noGrp="1"/>
          </p:cNvSpPr>
          <p:nvPr>
            <p:ph type="sldNum" sz="quarter" idx="12"/>
          </p:nvPr>
        </p:nvSpPr>
        <p:spPr/>
        <p:txBody>
          <a:bodyPr/>
          <a:lstStyle/>
          <a:p>
            <a:fld id="{9C5C683D-CEB1-4F30-9DF4-65B979347242}" type="slidenum">
              <a:rPr lang="en-US" smtClean="0"/>
              <a:pPr/>
              <a:t>‹#›</a:t>
            </a:fld>
            <a:endParaRPr lang="en-US"/>
          </a:p>
        </p:txBody>
      </p:sp>
      <p:sp>
        <p:nvSpPr>
          <p:cNvPr id="6" name="Text Placeholder 5">
            <a:extLst>
              <a:ext uri="{FF2B5EF4-FFF2-40B4-BE49-F238E27FC236}">
                <a16:creationId xmlns:a16="http://schemas.microsoft.com/office/drawing/2014/main" id="{3C1B762C-7EB8-4DB6-8582-C6A6FA0FA5A9}"/>
              </a:ext>
            </a:extLst>
          </p:cNvPr>
          <p:cNvSpPr>
            <a:spLocks noGrp="1"/>
          </p:cNvSpPr>
          <p:nvPr>
            <p:ph type="body" sz="quarter" idx="24" hasCustomPrompt="1"/>
          </p:nvPr>
        </p:nvSpPr>
        <p:spPr>
          <a:xfrm>
            <a:off x="114300" y="1381125"/>
            <a:ext cx="1790700" cy="5000625"/>
          </a:xfrm>
        </p:spPr>
        <p:txBody>
          <a:bodyPr>
            <a:normAutofit/>
          </a:bodyPr>
          <a:lstStyle>
            <a:lvl1pPr marL="0" indent="0">
              <a:buNone/>
              <a:defRPr sz="1000">
                <a:solidFill>
                  <a:schemeClr val="bg1"/>
                </a:solidFill>
                <a:latin typeface="+mn-lt"/>
              </a:defRPr>
            </a:lvl1pPr>
            <a:lvl4pPr marL="1371600" indent="0">
              <a:buNone/>
              <a:defRPr/>
            </a:lvl4pPr>
          </a:lstStyle>
          <a:p>
            <a:pPr lvl="0"/>
            <a:r>
              <a:rPr lang="en-US"/>
              <a:t>Click to add text</a:t>
            </a:r>
          </a:p>
        </p:txBody>
      </p:sp>
      <p:sp>
        <p:nvSpPr>
          <p:cNvPr id="8" name="Text Placeholder 7">
            <a:extLst>
              <a:ext uri="{FF2B5EF4-FFF2-40B4-BE49-F238E27FC236}">
                <a16:creationId xmlns:a16="http://schemas.microsoft.com/office/drawing/2014/main" id="{740979CE-7A33-4D44-A586-AA3EDD69878A}"/>
              </a:ext>
            </a:extLst>
          </p:cNvPr>
          <p:cNvSpPr>
            <a:spLocks noGrp="1"/>
          </p:cNvSpPr>
          <p:nvPr>
            <p:ph type="body" sz="quarter" idx="25" hasCustomPrompt="1"/>
          </p:nvPr>
        </p:nvSpPr>
        <p:spPr>
          <a:xfrm>
            <a:off x="2190751" y="1381125"/>
            <a:ext cx="4781549" cy="5000625"/>
          </a:xfrm>
        </p:spPr>
        <p:txBody>
          <a:bodyPr>
            <a:normAutofit/>
          </a:bodyPr>
          <a:lstStyle>
            <a:lvl1pPr>
              <a:defRPr sz="1000">
                <a:latin typeface="+mn-lt"/>
              </a:defRPr>
            </a:lvl1pPr>
          </a:lstStyle>
          <a:p>
            <a:pPr lvl="0"/>
            <a:r>
              <a:rPr lang="en-US"/>
              <a:t>Click to add text</a:t>
            </a:r>
          </a:p>
        </p:txBody>
      </p:sp>
      <p:sp>
        <p:nvSpPr>
          <p:cNvPr id="32" name="Text Placeholder 7">
            <a:extLst>
              <a:ext uri="{FF2B5EF4-FFF2-40B4-BE49-F238E27FC236}">
                <a16:creationId xmlns:a16="http://schemas.microsoft.com/office/drawing/2014/main" id="{E80E63F5-7022-45C8-B7EC-E7EEE12A1AC0}"/>
              </a:ext>
            </a:extLst>
          </p:cNvPr>
          <p:cNvSpPr>
            <a:spLocks noGrp="1"/>
          </p:cNvSpPr>
          <p:nvPr>
            <p:ph type="body" sz="quarter" idx="26" hasCustomPrompt="1"/>
          </p:nvPr>
        </p:nvSpPr>
        <p:spPr>
          <a:xfrm>
            <a:off x="7135528" y="3746500"/>
            <a:ext cx="4781549" cy="2635249"/>
          </a:xfrm>
        </p:spPr>
        <p:txBody>
          <a:bodyPr>
            <a:normAutofit/>
          </a:bodyPr>
          <a:lstStyle>
            <a:lvl1pPr>
              <a:defRPr sz="1000">
                <a:latin typeface="+mn-lt"/>
              </a:defRPr>
            </a:lvl1pPr>
          </a:lstStyle>
          <a:p>
            <a:pPr lvl="0"/>
            <a:r>
              <a:rPr lang="en-US"/>
              <a:t>Click to add text</a:t>
            </a:r>
          </a:p>
        </p:txBody>
      </p:sp>
      <p:sp>
        <p:nvSpPr>
          <p:cNvPr id="14" name="Title 1">
            <a:extLst>
              <a:ext uri="{FF2B5EF4-FFF2-40B4-BE49-F238E27FC236}">
                <a16:creationId xmlns:a16="http://schemas.microsoft.com/office/drawing/2014/main" id="{368D7405-C8B1-40F5-BC09-5C1A97324CC5}"/>
              </a:ext>
            </a:extLst>
          </p:cNvPr>
          <p:cNvSpPr>
            <a:spLocks noGrp="1"/>
          </p:cNvSpPr>
          <p:nvPr>
            <p:ph type="title" hasCustomPrompt="1"/>
          </p:nvPr>
        </p:nvSpPr>
        <p:spPr>
          <a:xfrm>
            <a:off x="407988" y="304800"/>
            <a:ext cx="8521700" cy="625475"/>
          </a:xfrm>
        </p:spPr>
        <p:txBody>
          <a:bodyPr>
            <a:normAutofit fontScale="90000"/>
          </a:bodyPr>
          <a:lstStyle>
            <a:lvl1pPr>
              <a:defRPr sz="4000">
                <a:solidFill>
                  <a:srgbClr val="0800B9"/>
                </a:solidFill>
                <a:latin typeface="+mn-lt"/>
              </a:defRPr>
            </a:lvl1pPr>
          </a:lstStyle>
          <a:p>
            <a:r>
              <a:rPr lang="en-US">
                <a:solidFill>
                  <a:srgbClr val="306CB3"/>
                </a:solidFill>
              </a:rPr>
              <a:t>Title</a:t>
            </a:r>
          </a:p>
        </p:txBody>
      </p:sp>
      <p:sp>
        <p:nvSpPr>
          <p:cNvPr id="7" name="Rectangle 6">
            <a:hlinkClick r:id="rId2" action="ppaction://hlinksldjump"/>
            <a:extLst>
              <a:ext uri="{FF2B5EF4-FFF2-40B4-BE49-F238E27FC236}">
                <a16:creationId xmlns:a16="http://schemas.microsoft.com/office/drawing/2014/main" id="{3A23EF74-7613-537B-666B-63505D2A7FF3}"/>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hlinkClick r:id="rId3" action="ppaction://hlinksldjump"/>
            <a:extLst>
              <a:ext uri="{FF2B5EF4-FFF2-40B4-BE49-F238E27FC236}">
                <a16:creationId xmlns:a16="http://schemas.microsoft.com/office/drawing/2014/main" id="{DECF2365-5994-2F92-F7FA-136928297575}"/>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4" action="ppaction://hlinksldjump"/>
            <a:extLst>
              <a:ext uri="{FF2B5EF4-FFF2-40B4-BE49-F238E27FC236}">
                <a16:creationId xmlns:a16="http://schemas.microsoft.com/office/drawing/2014/main" id="{86C5C5C2-44CC-D85F-29B0-6461CC6E5C26}"/>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5" action="ppaction://hlinksldjump"/>
            <a:extLst>
              <a:ext uri="{FF2B5EF4-FFF2-40B4-BE49-F238E27FC236}">
                <a16:creationId xmlns:a16="http://schemas.microsoft.com/office/drawing/2014/main" id="{EED210BA-3EF2-4519-ADC2-01306302C657}"/>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6" action="ppaction://hlinksldjump"/>
            <a:extLst>
              <a:ext uri="{FF2B5EF4-FFF2-40B4-BE49-F238E27FC236}">
                <a16:creationId xmlns:a16="http://schemas.microsoft.com/office/drawing/2014/main" id="{E89FAF0F-E47E-C5D1-41E8-0EB24664AB60}"/>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hlinkClick r:id="rId7" action="ppaction://hlinksldjump"/>
            <a:extLst>
              <a:ext uri="{FF2B5EF4-FFF2-40B4-BE49-F238E27FC236}">
                <a16:creationId xmlns:a16="http://schemas.microsoft.com/office/drawing/2014/main" id="{B2ECFF40-F57D-A400-A39A-5EB3EC2A1CFF}"/>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4">
            <a:extLst>
              <a:ext uri="{FF2B5EF4-FFF2-40B4-BE49-F238E27FC236}">
                <a16:creationId xmlns:a16="http://schemas.microsoft.com/office/drawing/2014/main" id="{74251C0C-7DD2-AD6F-4055-18A67CBC48AA}"/>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17" name="Text Placeholder 14">
            <a:extLst>
              <a:ext uri="{FF2B5EF4-FFF2-40B4-BE49-F238E27FC236}">
                <a16:creationId xmlns:a16="http://schemas.microsoft.com/office/drawing/2014/main" id="{15922A12-6170-F6AF-926B-82F9D50ACEEE}"/>
              </a:ext>
            </a:extLst>
          </p:cNvPr>
          <p:cNvSpPr>
            <a:spLocks noGrp="1"/>
          </p:cNvSpPr>
          <p:nvPr>
            <p:ph type="body" sz="quarter" idx="28"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18" name="Text Placeholder 14">
            <a:extLst>
              <a:ext uri="{FF2B5EF4-FFF2-40B4-BE49-F238E27FC236}">
                <a16:creationId xmlns:a16="http://schemas.microsoft.com/office/drawing/2014/main" id="{E7C4BB69-0B8E-F9DC-F324-B00624E7AEC6}"/>
              </a:ext>
            </a:extLst>
          </p:cNvPr>
          <p:cNvSpPr>
            <a:spLocks noGrp="1"/>
          </p:cNvSpPr>
          <p:nvPr>
            <p:ph type="body" sz="quarter" idx="29"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21" name="Text Placeholder 14">
            <a:extLst>
              <a:ext uri="{FF2B5EF4-FFF2-40B4-BE49-F238E27FC236}">
                <a16:creationId xmlns:a16="http://schemas.microsoft.com/office/drawing/2014/main" id="{61F3E999-13E7-D5E8-3AD1-D515E36CAE23}"/>
              </a:ext>
            </a:extLst>
          </p:cNvPr>
          <p:cNvSpPr>
            <a:spLocks noGrp="1"/>
          </p:cNvSpPr>
          <p:nvPr>
            <p:ph type="body" sz="quarter" idx="30"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22" name="Text Placeholder 14">
            <a:extLst>
              <a:ext uri="{FF2B5EF4-FFF2-40B4-BE49-F238E27FC236}">
                <a16:creationId xmlns:a16="http://schemas.microsoft.com/office/drawing/2014/main" id="{20AD8C8B-ECE1-6053-5809-B3F3FDFA6FC6}"/>
              </a:ext>
            </a:extLst>
          </p:cNvPr>
          <p:cNvSpPr>
            <a:spLocks noGrp="1"/>
          </p:cNvSpPr>
          <p:nvPr>
            <p:ph type="body" sz="quarter" idx="31"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23" name="Text Placeholder 14">
            <a:extLst>
              <a:ext uri="{FF2B5EF4-FFF2-40B4-BE49-F238E27FC236}">
                <a16:creationId xmlns:a16="http://schemas.microsoft.com/office/drawing/2014/main" id="{03CA924A-2555-5677-CB3F-CC44C77E6AA8}"/>
              </a:ext>
            </a:extLst>
          </p:cNvPr>
          <p:cNvSpPr>
            <a:spLocks noGrp="1"/>
          </p:cNvSpPr>
          <p:nvPr>
            <p:ph type="body" sz="quarter" idx="32"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grpSp>
        <p:nvGrpSpPr>
          <p:cNvPr id="26" name="Group 9">
            <a:extLst>
              <a:ext uri="{FF2B5EF4-FFF2-40B4-BE49-F238E27FC236}">
                <a16:creationId xmlns:a16="http://schemas.microsoft.com/office/drawing/2014/main" id="{A7AC1350-4F8C-4397-1BC5-B194F8D38627}"/>
              </a:ext>
            </a:extLst>
          </p:cNvPr>
          <p:cNvGrpSpPr/>
          <p:nvPr userDrawn="1"/>
        </p:nvGrpSpPr>
        <p:grpSpPr>
          <a:xfrm>
            <a:off x="0" y="0"/>
            <a:ext cx="442800" cy="6472255"/>
            <a:chOff x="0" y="0"/>
            <a:chExt cx="442800" cy="6858000"/>
          </a:xfrm>
          <a:solidFill>
            <a:schemeClr val="bg1">
              <a:lumMod val="85000"/>
            </a:schemeClr>
          </a:solidFill>
        </p:grpSpPr>
        <p:sp>
          <p:nvSpPr>
            <p:cNvPr id="27" name="Rectangle 26">
              <a:extLst>
                <a:ext uri="{FF2B5EF4-FFF2-40B4-BE49-F238E27FC236}">
                  <a16:creationId xmlns:a16="http://schemas.microsoft.com/office/drawing/2014/main" id="{9DE5AC88-3131-A0FA-D90A-6050D1EDEDD4}"/>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28" name="Picture 12">
              <a:extLst>
                <a:ext uri="{FF2B5EF4-FFF2-40B4-BE49-F238E27FC236}">
                  <a16:creationId xmlns:a16="http://schemas.microsoft.com/office/drawing/2014/main" id="{15216E47-E83B-CE17-00A9-271A456942F6}"/>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29" name="TextBox 28">
            <a:extLst>
              <a:ext uri="{FF2B5EF4-FFF2-40B4-BE49-F238E27FC236}">
                <a16:creationId xmlns:a16="http://schemas.microsoft.com/office/drawing/2014/main" id="{8EB74D70-CAE8-7E48-0C73-BB61E2CE95E8}"/>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16375702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4">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D1491A5-714B-489E-AF6F-1B9910D1068C}"/>
              </a:ext>
            </a:extLst>
          </p:cNvPr>
          <p:cNvSpPr>
            <a:spLocks noGrp="1"/>
          </p:cNvSpPr>
          <p:nvPr>
            <p:ph type="sldNum" sz="quarter" idx="12"/>
          </p:nvPr>
        </p:nvSpPr>
        <p:spPr/>
        <p:txBody>
          <a:bodyPr/>
          <a:lstStyle/>
          <a:p>
            <a:fld id="{9C5C683D-CEB1-4F30-9DF4-65B979347242}" type="slidenum">
              <a:rPr lang="en-US" smtClean="0"/>
              <a:pPr/>
              <a:t>‹#›</a:t>
            </a:fld>
            <a:endParaRPr lang="en-US"/>
          </a:p>
        </p:txBody>
      </p:sp>
      <p:sp>
        <p:nvSpPr>
          <p:cNvPr id="6" name="Text Placeholder 5">
            <a:extLst>
              <a:ext uri="{FF2B5EF4-FFF2-40B4-BE49-F238E27FC236}">
                <a16:creationId xmlns:a16="http://schemas.microsoft.com/office/drawing/2014/main" id="{3C1B762C-7EB8-4DB6-8582-C6A6FA0FA5A9}"/>
              </a:ext>
            </a:extLst>
          </p:cNvPr>
          <p:cNvSpPr>
            <a:spLocks noGrp="1"/>
          </p:cNvSpPr>
          <p:nvPr>
            <p:ph type="body" sz="quarter" idx="24" hasCustomPrompt="1"/>
          </p:nvPr>
        </p:nvSpPr>
        <p:spPr>
          <a:xfrm>
            <a:off x="114300" y="1381125"/>
            <a:ext cx="1790700" cy="5000625"/>
          </a:xfrm>
        </p:spPr>
        <p:txBody>
          <a:bodyPr>
            <a:normAutofit/>
          </a:bodyPr>
          <a:lstStyle>
            <a:lvl1pPr marL="0" indent="0">
              <a:buNone/>
              <a:defRPr sz="1000">
                <a:solidFill>
                  <a:schemeClr val="bg1"/>
                </a:solidFill>
                <a:latin typeface="+mn-lt"/>
              </a:defRPr>
            </a:lvl1pPr>
            <a:lvl4pPr marL="1371600" indent="0">
              <a:buNone/>
              <a:defRPr/>
            </a:lvl4pPr>
          </a:lstStyle>
          <a:p>
            <a:pPr lvl="0"/>
            <a:r>
              <a:rPr lang="en-US"/>
              <a:t>Click to add text</a:t>
            </a:r>
          </a:p>
        </p:txBody>
      </p:sp>
      <p:sp>
        <p:nvSpPr>
          <p:cNvPr id="8" name="Text Placeholder 7">
            <a:extLst>
              <a:ext uri="{FF2B5EF4-FFF2-40B4-BE49-F238E27FC236}">
                <a16:creationId xmlns:a16="http://schemas.microsoft.com/office/drawing/2014/main" id="{740979CE-7A33-4D44-A586-AA3EDD69878A}"/>
              </a:ext>
            </a:extLst>
          </p:cNvPr>
          <p:cNvSpPr>
            <a:spLocks noGrp="1"/>
          </p:cNvSpPr>
          <p:nvPr>
            <p:ph type="body" sz="quarter" idx="25" hasCustomPrompt="1"/>
          </p:nvPr>
        </p:nvSpPr>
        <p:spPr>
          <a:xfrm>
            <a:off x="2190751" y="1381125"/>
            <a:ext cx="4781549" cy="5000625"/>
          </a:xfrm>
        </p:spPr>
        <p:txBody>
          <a:bodyPr>
            <a:normAutofit/>
          </a:bodyPr>
          <a:lstStyle>
            <a:lvl1pPr>
              <a:defRPr sz="1000">
                <a:latin typeface="+mn-lt"/>
              </a:defRPr>
            </a:lvl1pPr>
          </a:lstStyle>
          <a:p>
            <a:pPr lvl="0"/>
            <a:r>
              <a:rPr lang="en-US"/>
              <a:t>Click to add text</a:t>
            </a:r>
          </a:p>
        </p:txBody>
      </p:sp>
      <p:sp>
        <p:nvSpPr>
          <p:cNvPr id="32" name="Text Placeholder 7">
            <a:extLst>
              <a:ext uri="{FF2B5EF4-FFF2-40B4-BE49-F238E27FC236}">
                <a16:creationId xmlns:a16="http://schemas.microsoft.com/office/drawing/2014/main" id="{E80E63F5-7022-45C8-B7EC-E7EEE12A1AC0}"/>
              </a:ext>
            </a:extLst>
          </p:cNvPr>
          <p:cNvSpPr>
            <a:spLocks noGrp="1"/>
          </p:cNvSpPr>
          <p:nvPr>
            <p:ph type="body" sz="quarter" idx="26" hasCustomPrompt="1"/>
          </p:nvPr>
        </p:nvSpPr>
        <p:spPr>
          <a:xfrm>
            <a:off x="7135528" y="1381124"/>
            <a:ext cx="4781549" cy="5000625"/>
          </a:xfrm>
        </p:spPr>
        <p:txBody>
          <a:bodyPr>
            <a:normAutofit/>
          </a:bodyPr>
          <a:lstStyle>
            <a:lvl1pPr>
              <a:defRPr sz="1000">
                <a:latin typeface="+mn-lt"/>
              </a:defRPr>
            </a:lvl1pPr>
          </a:lstStyle>
          <a:p>
            <a:pPr lvl="0"/>
            <a:r>
              <a:rPr lang="en-US"/>
              <a:t>Click to add text</a:t>
            </a:r>
          </a:p>
        </p:txBody>
      </p:sp>
      <p:sp>
        <p:nvSpPr>
          <p:cNvPr id="3" name="Title 1">
            <a:extLst>
              <a:ext uri="{FF2B5EF4-FFF2-40B4-BE49-F238E27FC236}">
                <a16:creationId xmlns:a16="http://schemas.microsoft.com/office/drawing/2014/main" id="{EFF01808-FF1F-2595-0F3C-D565504BAB29}"/>
              </a:ext>
            </a:extLst>
          </p:cNvPr>
          <p:cNvSpPr>
            <a:spLocks noGrp="1"/>
          </p:cNvSpPr>
          <p:nvPr>
            <p:ph type="title" hasCustomPrompt="1"/>
          </p:nvPr>
        </p:nvSpPr>
        <p:spPr>
          <a:xfrm>
            <a:off x="407988" y="304800"/>
            <a:ext cx="8521700" cy="625475"/>
          </a:xfrm>
        </p:spPr>
        <p:txBody>
          <a:bodyPr>
            <a:normAutofit fontScale="90000"/>
          </a:bodyPr>
          <a:lstStyle>
            <a:lvl1pPr>
              <a:defRPr sz="4000">
                <a:solidFill>
                  <a:srgbClr val="0800B9"/>
                </a:solidFill>
                <a:latin typeface="+mn-lt"/>
              </a:defRPr>
            </a:lvl1pPr>
          </a:lstStyle>
          <a:p>
            <a:r>
              <a:rPr lang="en-US">
                <a:solidFill>
                  <a:srgbClr val="306CB3"/>
                </a:solidFill>
              </a:rPr>
              <a:t>Title</a:t>
            </a:r>
          </a:p>
        </p:txBody>
      </p:sp>
      <p:sp>
        <p:nvSpPr>
          <p:cNvPr id="7" name="Rectangle 6">
            <a:hlinkClick r:id="rId2" action="ppaction://hlinksldjump"/>
            <a:extLst>
              <a:ext uri="{FF2B5EF4-FFF2-40B4-BE49-F238E27FC236}">
                <a16:creationId xmlns:a16="http://schemas.microsoft.com/office/drawing/2014/main" id="{E9EAF238-9230-5905-3E17-D34E44F3B15E}"/>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hlinkClick r:id="rId3" action="ppaction://hlinksldjump"/>
            <a:extLst>
              <a:ext uri="{FF2B5EF4-FFF2-40B4-BE49-F238E27FC236}">
                <a16:creationId xmlns:a16="http://schemas.microsoft.com/office/drawing/2014/main" id="{FEAF21E1-0E15-2F6B-F8A7-BB71C84207EE}"/>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4" action="ppaction://hlinksldjump"/>
            <a:extLst>
              <a:ext uri="{FF2B5EF4-FFF2-40B4-BE49-F238E27FC236}">
                <a16:creationId xmlns:a16="http://schemas.microsoft.com/office/drawing/2014/main" id="{7ACD8C2E-2918-F087-E5C7-186FB690E8BB}"/>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5" action="ppaction://hlinksldjump"/>
            <a:extLst>
              <a:ext uri="{FF2B5EF4-FFF2-40B4-BE49-F238E27FC236}">
                <a16:creationId xmlns:a16="http://schemas.microsoft.com/office/drawing/2014/main" id="{09E6B119-971D-143C-1E20-CA4B4B64BD47}"/>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6" action="ppaction://hlinksldjump"/>
            <a:extLst>
              <a:ext uri="{FF2B5EF4-FFF2-40B4-BE49-F238E27FC236}">
                <a16:creationId xmlns:a16="http://schemas.microsoft.com/office/drawing/2014/main" id="{5FCBFBCB-744E-A5D1-F9CE-101B3A81461F}"/>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hlinkClick r:id="rId7" action="ppaction://hlinksldjump"/>
            <a:extLst>
              <a:ext uri="{FF2B5EF4-FFF2-40B4-BE49-F238E27FC236}">
                <a16:creationId xmlns:a16="http://schemas.microsoft.com/office/drawing/2014/main" id="{77396870-B0A5-C202-32C0-3F99D393DBFA}"/>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4">
            <a:extLst>
              <a:ext uri="{FF2B5EF4-FFF2-40B4-BE49-F238E27FC236}">
                <a16:creationId xmlns:a16="http://schemas.microsoft.com/office/drawing/2014/main" id="{A938B0E1-030B-DCE8-EFE4-C50D1EFD99B6}"/>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16" name="Text Placeholder 14">
            <a:extLst>
              <a:ext uri="{FF2B5EF4-FFF2-40B4-BE49-F238E27FC236}">
                <a16:creationId xmlns:a16="http://schemas.microsoft.com/office/drawing/2014/main" id="{37D8AEB8-E83C-D739-6F3F-9E0758A09DD5}"/>
              </a:ext>
            </a:extLst>
          </p:cNvPr>
          <p:cNvSpPr>
            <a:spLocks noGrp="1"/>
          </p:cNvSpPr>
          <p:nvPr>
            <p:ph type="body" sz="quarter" idx="28"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17" name="Text Placeholder 14">
            <a:extLst>
              <a:ext uri="{FF2B5EF4-FFF2-40B4-BE49-F238E27FC236}">
                <a16:creationId xmlns:a16="http://schemas.microsoft.com/office/drawing/2014/main" id="{535BE89A-58D1-B483-C29F-900ED1066582}"/>
              </a:ext>
            </a:extLst>
          </p:cNvPr>
          <p:cNvSpPr>
            <a:spLocks noGrp="1"/>
          </p:cNvSpPr>
          <p:nvPr>
            <p:ph type="body" sz="quarter" idx="29"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18" name="Text Placeholder 14">
            <a:extLst>
              <a:ext uri="{FF2B5EF4-FFF2-40B4-BE49-F238E27FC236}">
                <a16:creationId xmlns:a16="http://schemas.microsoft.com/office/drawing/2014/main" id="{36FCDA3D-671A-9E5C-8648-A54A098137A1}"/>
              </a:ext>
            </a:extLst>
          </p:cNvPr>
          <p:cNvSpPr>
            <a:spLocks noGrp="1"/>
          </p:cNvSpPr>
          <p:nvPr>
            <p:ph type="body" sz="quarter" idx="30"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21" name="Text Placeholder 14">
            <a:extLst>
              <a:ext uri="{FF2B5EF4-FFF2-40B4-BE49-F238E27FC236}">
                <a16:creationId xmlns:a16="http://schemas.microsoft.com/office/drawing/2014/main" id="{4683FC53-AC71-68F0-04B1-B9DBC58ABF8B}"/>
              </a:ext>
            </a:extLst>
          </p:cNvPr>
          <p:cNvSpPr>
            <a:spLocks noGrp="1"/>
          </p:cNvSpPr>
          <p:nvPr>
            <p:ph type="body" sz="quarter" idx="31"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22" name="Text Placeholder 14">
            <a:extLst>
              <a:ext uri="{FF2B5EF4-FFF2-40B4-BE49-F238E27FC236}">
                <a16:creationId xmlns:a16="http://schemas.microsoft.com/office/drawing/2014/main" id="{B580EF1C-8F95-0368-7A29-08C15BA267BA}"/>
              </a:ext>
            </a:extLst>
          </p:cNvPr>
          <p:cNvSpPr>
            <a:spLocks noGrp="1"/>
          </p:cNvSpPr>
          <p:nvPr>
            <p:ph type="body" sz="quarter" idx="32"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grpSp>
        <p:nvGrpSpPr>
          <p:cNvPr id="20" name="Group 9">
            <a:extLst>
              <a:ext uri="{FF2B5EF4-FFF2-40B4-BE49-F238E27FC236}">
                <a16:creationId xmlns:a16="http://schemas.microsoft.com/office/drawing/2014/main" id="{961BA1F9-2BE1-3B5C-5907-A8FED5D43ECB}"/>
              </a:ext>
            </a:extLst>
          </p:cNvPr>
          <p:cNvGrpSpPr/>
          <p:nvPr userDrawn="1"/>
        </p:nvGrpSpPr>
        <p:grpSpPr>
          <a:xfrm>
            <a:off x="0" y="0"/>
            <a:ext cx="442800" cy="6472255"/>
            <a:chOff x="0" y="0"/>
            <a:chExt cx="442800" cy="6858000"/>
          </a:xfrm>
          <a:solidFill>
            <a:schemeClr val="bg1">
              <a:lumMod val="85000"/>
            </a:schemeClr>
          </a:solidFill>
        </p:grpSpPr>
        <p:sp>
          <p:nvSpPr>
            <p:cNvPr id="24" name="Rectangle 23">
              <a:extLst>
                <a:ext uri="{FF2B5EF4-FFF2-40B4-BE49-F238E27FC236}">
                  <a16:creationId xmlns:a16="http://schemas.microsoft.com/office/drawing/2014/main" id="{FB232583-4CF7-8EC9-6BC4-2A41C09472CF}"/>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25" name="Picture 12">
              <a:extLst>
                <a:ext uri="{FF2B5EF4-FFF2-40B4-BE49-F238E27FC236}">
                  <a16:creationId xmlns:a16="http://schemas.microsoft.com/office/drawing/2014/main" id="{6C93D5A5-D804-86D2-7569-7BD9B317E6BE}"/>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26" name="TextBox 25">
            <a:extLst>
              <a:ext uri="{FF2B5EF4-FFF2-40B4-BE49-F238E27FC236}">
                <a16:creationId xmlns:a16="http://schemas.microsoft.com/office/drawing/2014/main" id="{A28A6667-B176-ACBE-4982-575660F0EEA7}"/>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19361666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D1491A5-714B-489E-AF6F-1B9910D1068C}"/>
              </a:ext>
            </a:extLst>
          </p:cNvPr>
          <p:cNvSpPr>
            <a:spLocks noGrp="1"/>
          </p:cNvSpPr>
          <p:nvPr>
            <p:ph type="sldNum" sz="quarter" idx="12"/>
          </p:nvPr>
        </p:nvSpPr>
        <p:spPr>
          <a:xfrm>
            <a:off x="10963023" y="495774"/>
            <a:ext cx="354779" cy="374903"/>
          </a:xfrm>
        </p:spPr>
        <p:txBody>
          <a:bodyPr/>
          <a:lstStyle/>
          <a:p>
            <a:fld id="{9C5C683D-CEB1-4F30-9DF4-65B979347242}" type="slidenum">
              <a:rPr lang="en-US" smtClean="0"/>
              <a:pPr/>
              <a:t>‹#›</a:t>
            </a:fld>
            <a:endParaRPr lang="en-US"/>
          </a:p>
        </p:txBody>
      </p:sp>
      <p:sp>
        <p:nvSpPr>
          <p:cNvPr id="3" name="Title 1">
            <a:extLst>
              <a:ext uri="{FF2B5EF4-FFF2-40B4-BE49-F238E27FC236}">
                <a16:creationId xmlns:a16="http://schemas.microsoft.com/office/drawing/2014/main" id="{BAAF7633-673C-BD62-5FE3-3810B3265D0B}"/>
              </a:ext>
            </a:extLst>
          </p:cNvPr>
          <p:cNvSpPr>
            <a:spLocks noGrp="1"/>
          </p:cNvSpPr>
          <p:nvPr>
            <p:ph type="title" hasCustomPrompt="1"/>
          </p:nvPr>
        </p:nvSpPr>
        <p:spPr>
          <a:xfrm>
            <a:off x="407988" y="304800"/>
            <a:ext cx="8521700" cy="625475"/>
          </a:xfrm>
        </p:spPr>
        <p:txBody>
          <a:bodyPr>
            <a:normAutofit fontScale="90000"/>
          </a:bodyPr>
          <a:lstStyle>
            <a:lvl1pPr>
              <a:defRPr sz="4000">
                <a:solidFill>
                  <a:srgbClr val="0800B9"/>
                </a:solidFill>
                <a:latin typeface="+mn-lt"/>
              </a:defRPr>
            </a:lvl1pPr>
          </a:lstStyle>
          <a:p>
            <a:r>
              <a:rPr lang="en-US">
                <a:solidFill>
                  <a:srgbClr val="306CB3"/>
                </a:solidFill>
              </a:rPr>
              <a:t>Title</a:t>
            </a:r>
          </a:p>
        </p:txBody>
      </p:sp>
      <p:sp>
        <p:nvSpPr>
          <p:cNvPr id="4" name="Rectangle 3">
            <a:hlinkClick r:id="rId2" action="ppaction://hlinksldjump"/>
            <a:extLst>
              <a:ext uri="{FF2B5EF4-FFF2-40B4-BE49-F238E27FC236}">
                <a16:creationId xmlns:a16="http://schemas.microsoft.com/office/drawing/2014/main" id="{ACFC3F00-485E-1646-2790-723A08C0B61F}"/>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3" action="ppaction://hlinksldjump"/>
            <a:extLst>
              <a:ext uri="{FF2B5EF4-FFF2-40B4-BE49-F238E27FC236}">
                <a16:creationId xmlns:a16="http://schemas.microsoft.com/office/drawing/2014/main" id="{91927C76-4578-840C-5798-60353D6C0CC2}"/>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4" action="ppaction://hlinksldjump"/>
            <a:extLst>
              <a:ext uri="{FF2B5EF4-FFF2-40B4-BE49-F238E27FC236}">
                <a16:creationId xmlns:a16="http://schemas.microsoft.com/office/drawing/2014/main" id="{4E3DE154-7AB1-E810-9D14-CCDF41CCDEEA}"/>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hlinkClick r:id="rId5" action="ppaction://hlinksldjump"/>
            <a:extLst>
              <a:ext uri="{FF2B5EF4-FFF2-40B4-BE49-F238E27FC236}">
                <a16:creationId xmlns:a16="http://schemas.microsoft.com/office/drawing/2014/main" id="{0FBC72E9-D532-0244-A529-ACDC6F1218CE}"/>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hlinkClick r:id="rId6" action="ppaction://hlinksldjump"/>
            <a:extLst>
              <a:ext uri="{FF2B5EF4-FFF2-40B4-BE49-F238E27FC236}">
                <a16:creationId xmlns:a16="http://schemas.microsoft.com/office/drawing/2014/main" id="{F15A9CE2-1FDB-77F5-5011-B0BC04BBD654}"/>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hlinkClick r:id="rId7" action="ppaction://hlinksldjump"/>
            <a:extLst>
              <a:ext uri="{FF2B5EF4-FFF2-40B4-BE49-F238E27FC236}">
                <a16:creationId xmlns:a16="http://schemas.microsoft.com/office/drawing/2014/main" id="{32BFC760-E412-2E76-E7EC-D2968A9E854C}"/>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4">
            <a:extLst>
              <a:ext uri="{FF2B5EF4-FFF2-40B4-BE49-F238E27FC236}">
                <a16:creationId xmlns:a16="http://schemas.microsoft.com/office/drawing/2014/main" id="{B508ECC7-80A1-64E1-9901-3B6098824123}"/>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18" name="Text Placeholder 14">
            <a:extLst>
              <a:ext uri="{FF2B5EF4-FFF2-40B4-BE49-F238E27FC236}">
                <a16:creationId xmlns:a16="http://schemas.microsoft.com/office/drawing/2014/main" id="{25647521-5181-89E5-53B4-2697AB89235B}"/>
              </a:ext>
            </a:extLst>
          </p:cNvPr>
          <p:cNvSpPr>
            <a:spLocks noGrp="1"/>
          </p:cNvSpPr>
          <p:nvPr>
            <p:ph type="body" sz="quarter" idx="28"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19" name="Text Placeholder 14">
            <a:extLst>
              <a:ext uri="{FF2B5EF4-FFF2-40B4-BE49-F238E27FC236}">
                <a16:creationId xmlns:a16="http://schemas.microsoft.com/office/drawing/2014/main" id="{1A69C109-0C08-013B-AA75-BB9E98093412}"/>
              </a:ext>
            </a:extLst>
          </p:cNvPr>
          <p:cNvSpPr>
            <a:spLocks noGrp="1"/>
          </p:cNvSpPr>
          <p:nvPr>
            <p:ph type="body" sz="quarter" idx="29"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20" name="Text Placeholder 14">
            <a:extLst>
              <a:ext uri="{FF2B5EF4-FFF2-40B4-BE49-F238E27FC236}">
                <a16:creationId xmlns:a16="http://schemas.microsoft.com/office/drawing/2014/main" id="{2D2D0359-2515-4EFC-A2CB-BC2BE74F5ABC}"/>
              </a:ext>
            </a:extLst>
          </p:cNvPr>
          <p:cNvSpPr>
            <a:spLocks noGrp="1"/>
          </p:cNvSpPr>
          <p:nvPr>
            <p:ph type="body" sz="quarter" idx="30"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21" name="Text Placeholder 14">
            <a:extLst>
              <a:ext uri="{FF2B5EF4-FFF2-40B4-BE49-F238E27FC236}">
                <a16:creationId xmlns:a16="http://schemas.microsoft.com/office/drawing/2014/main" id="{7C397338-A7F2-006B-368D-C23B98ECBC40}"/>
              </a:ext>
            </a:extLst>
          </p:cNvPr>
          <p:cNvSpPr>
            <a:spLocks noGrp="1"/>
          </p:cNvSpPr>
          <p:nvPr>
            <p:ph type="body" sz="quarter" idx="31"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22" name="Text Placeholder 14">
            <a:extLst>
              <a:ext uri="{FF2B5EF4-FFF2-40B4-BE49-F238E27FC236}">
                <a16:creationId xmlns:a16="http://schemas.microsoft.com/office/drawing/2014/main" id="{ED9DD3F7-FDFF-81EE-FEF8-F9D295AC5386}"/>
              </a:ext>
            </a:extLst>
          </p:cNvPr>
          <p:cNvSpPr>
            <a:spLocks noGrp="1"/>
          </p:cNvSpPr>
          <p:nvPr>
            <p:ph type="body" sz="quarter" idx="32"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grpSp>
        <p:nvGrpSpPr>
          <p:cNvPr id="12" name="Group 9">
            <a:extLst>
              <a:ext uri="{FF2B5EF4-FFF2-40B4-BE49-F238E27FC236}">
                <a16:creationId xmlns:a16="http://schemas.microsoft.com/office/drawing/2014/main" id="{6FFAFA3A-A312-D0B7-883B-8C3041F3E6F6}"/>
              </a:ext>
            </a:extLst>
          </p:cNvPr>
          <p:cNvGrpSpPr/>
          <p:nvPr userDrawn="1"/>
        </p:nvGrpSpPr>
        <p:grpSpPr>
          <a:xfrm>
            <a:off x="0" y="0"/>
            <a:ext cx="442800" cy="6472255"/>
            <a:chOff x="0" y="0"/>
            <a:chExt cx="442800" cy="6858000"/>
          </a:xfrm>
          <a:solidFill>
            <a:schemeClr val="bg1">
              <a:lumMod val="85000"/>
            </a:schemeClr>
          </a:solidFill>
        </p:grpSpPr>
        <p:sp>
          <p:nvSpPr>
            <p:cNvPr id="14" name="Rectangle 13">
              <a:extLst>
                <a:ext uri="{FF2B5EF4-FFF2-40B4-BE49-F238E27FC236}">
                  <a16:creationId xmlns:a16="http://schemas.microsoft.com/office/drawing/2014/main" id="{2606FBFA-48EB-55FD-7F03-EFF79FEAB3A5}"/>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6" name="Picture 12">
              <a:extLst>
                <a:ext uri="{FF2B5EF4-FFF2-40B4-BE49-F238E27FC236}">
                  <a16:creationId xmlns:a16="http://schemas.microsoft.com/office/drawing/2014/main" id="{7FEB438A-1697-4A91-AAA4-E3E3FCAF91F8}"/>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23" name="TextBox 22">
            <a:extLst>
              <a:ext uri="{FF2B5EF4-FFF2-40B4-BE49-F238E27FC236}">
                <a16:creationId xmlns:a16="http://schemas.microsoft.com/office/drawing/2014/main" id="{C0DAB3F0-75C8-8D40-5DFA-6523CB9E6457}"/>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30861390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ndings overview">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D1491A5-714B-489E-AF6F-1B9910D1068C}"/>
              </a:ext>
            </a:extLst>
          </p:cNvPr>
          <p:cNvSpPr>
            <a:spLocks noGrp="1"/>
          </p:cNvSpPr>
          <p:nvPr>
            <p:ph type="sldNum" sz="quarter" idx="12"/>
          </p:nvPr>
        </p:nvSpPr>
        <p:spPr/>
        <p:txBody>
          <a:bodyPr/>
          <a:lstStyle/>
          <a:p>
            <a:fld id="{9C5C683D-CEB1-4F30-9DF4-65B979347242}" type="slidenum">
              <a:rPr lang="en-US" smtClean="0"/>
              <a:pPr/>
              <a:t>‹#›</a:t>
            </a:fld>
            <a:endParaRPr lang="en-US"/>
          </a:p>
        </p:txBody>
      </p:sp>
      <p:sp>
        <p:nvSpPr>
          <p:cNvPr id="3" name="Rectangle 2">
            <a:extLst>
              <a:ext uri="{FF2B5EF4-FFF2-40B4-BE49-F238E27FC236}">
                <a16:creationId xmlns:a16="http://schemas.microsoft.com/office/drawing/2014/main" id="{FC26F3C3-3091-BC82-C428-1F10ECD6E431}"/>
              </a:ext>
            </a:extLst>
          </p:cNvPr>
          <p:cNvSpPr/>
          <p:nvPr userDrawn="1"/>
        </p:nvSpPr>
        <p:spPr>
          <a:xfrm>
            <a:off x="407988" y="1166327"/>
            <a:ext cx="11784012" cy="5316770"/>
          </a:xfrm>
          <a:prstGeom prst="rect">
            <a:avLst/>
          </a:prstGeom>
          <a:gradFill flip="none" rotWithShape="1">
            <a:gsLst>
              <a:gs pos="100000">
                <a:srgbClr val="0800B9"/>
              </a:gs>
              <a:gs pos="0">
                <a:srgbClr val="009EE3"/>
              </a:gs>
            </a:gsLst>
            <a:lin ang="108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able Placeholder 7">
            <a:extLst>
              <a:ext uri="{FF2B5EF4-FFF2-40B4-BE49-F238E27FC236}">
                <a16:creationId xmlns:a16="http://schemas.microsoft.com/office/drawing/2014/main" id="{CA171780-98DC-C34B-181F-57BFBBF4A208}"/>
              </a:ext>
            </a:extLst>
          </p:cNvPr>
          <p:cNvSpPr>
            <a:spLocks noGrp="1"/>
          </p:cNvSpPr>
          <p:nvPr>
            <p:ph type="tbl" sz="quarter" idx="24"/>
          </p:nvPr>
        </p:nvSpPr>
        <p:spPr>
          <a:xfrm>
            <a:off x="239713" y="1436688"/>
            <a:ext cx="11619495" cy="4862512"/>
          </a:xfrm>
          <a:noFill/>
        </p:spPr>
        <p:txBody>
          <a:bodyPr/>
          <a:lstStyle>
            <a:lvl1pPr>
              <a:defRPr>
                <a:latin typeface="+mn-lt"/>
              </a:defRPr>
            </a:lvl1pPr>
          </a:lstStyle>
          <a:p>
            <a:endParaRPr lang="en-US"/>
          </a:p>
        </p:txBody>
      </p:sp>
      <p:sp>
        <p:nvSpPr>
          <p:cNvPr id="15" name="Title 1">
            <a:extLst>
              <a:ext uri="{FF2B5EF4-FFF2-40B4-BE49-F238E27FC236}">
                <a16:creationId xmlns:a16="http://schemas.microsoft.com/office/drawing/2014/main" id="{BE09B0F7-95EC-4FCB-7DD1-8F637FA9A43D}"/>
              </a:ext>
            </a:extLst>
          </p:cNvPr>
          <p:cNvSpPr>
            <a:spLocks noGrp="1"/>
          </p:cNvSpPr>
          <p:nvPr>
            <p:ph type="title" hasCustomPrompt="1"/>
          </p:nvPr>
        </p:nvSpPr>
        <p:spPr>
          <a:xfrm>
            <a:off x="407988" y="304800"/>
            <a:ext cx="8521700" cy="625475"/>
          </a:xfrm>
        </p:spPr>
        <p:txBody>
          <a:bodyPr>
            <a:normAutofit fontScale="90000"/>
          </a:bodyPr>
          <a:lstStyle>
            <a:lvl1pPr>
              <a:defRPr sz="4000">
                <a:solidFill>
                  <a:srgbClr val="0800B9"/>
                </a:solidFill>
                <a:latin typeface="+mn-lt"/>
              </a:defRPr>
            </a:lvl1pPr>
          </a:lstStyle>
          <a:p>
            <a:r>
              <a:rPr lang="en-US">
                <a:solidFill>
                  <a:srgbClr val="306CB3"/>
                </a:solidFill>
              </a:rPr>
              <a:t>Title</a:t>
            </a:r>
          </a:p>
        </p:txBody>
      </p:sp>
      <p:sp>
        <p:nvSpPr>
          <p:cNvPr id="17" name="Rectangle 16">
            <a:hlinkClick r:id="rId2" action="ppaction://hlinksldjump"/>
            <a:extLst>
              <a:ext uri="{FF2B5EF4-FFF2-40B4-BE49-F238E27FC236}">
                <a16:creationId xmlns:a16="http://schemas.microsoft.com/office/drawing/2014/main" id="{E20A97BB-36EC-BA04-EC2C-95EB44A5217A}"/>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hlinkClick r:id="rId3" action="ppaction://hlinksldjump"/>
            <a:extLst>
              <a:ext uri="{FF2B5EF4-FFF2-40B4-BE49-F238E27FC236}">
                <a16:creationId xmlns:a16="http://schemas.microsoft.com/office/drawing/2014/main" id="{7EE3B8E1-4956-0C4A-81EF-3CA891F86C50}"/>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hlinkClick r:id="rId4" action="ppaction://hlinksldjump"/>
            <a:extLst>
              <a:ext uri="{FF2B5EF4-FFF2-40B4-BE49-F238E27FC236}">
                <a16:creationId xmlns:a16="http://schemas.microsoft.com/office/drawing/2014/main" id="{676BFE80-5AFA-2AE0-810B-C9E4BAC3ABE3}"/>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5" action="ppaction://hlinksldjump"/>
            <a:extLst>
              <a:ext uri="{FF2B5EF4-FFF2-40B4-BE49-F238E27FC236}">
                <a16:creationId xmlns:a16="http://schemas.microsoft.com/office/drawing/2014/main" id="{FF286369-EA9D-FBAA-96A5-5177B0D18D7E}"/>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hlinkClick r:id="rId6" action="ppaction://hlinksldjump"/>
            <a:extLst>
              <a:ext uri="{FF2B5EF4-FFF2-40B4-BE49-F238E27FC236}">
                <a16:creationId xmlns:a16="http://schemas.microsoft.com/office/drawing/2014/main" id="{21927A05-6BE3-C6E2-785B-02C3C60D8541}"/>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rId6" action="ppaction://hlinksldjump"/>
            <a:extLst>
              <a:ext uri="{FF2B5EF4-FFF2-40B4-BE49-F238E27FC236}">
                <a16:creationId xmlns:a16="http://schemas.microsoft.com/office/drawing/2014/main" id="{86909558-2A85-A214-BDC9-390AD77139EC}"/>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14">
            <a:extLst>
              <a:ext uri="{FF2B5EF4-FFF2-40B4-BE49-F238E27FC236}">
                <a16:creationId xmlns:a16="http://schemas.microsoft.com/office/drawing/2014/main" id="{EB068A65-91A9-9A86-C619-635D457B816A}"/>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24" name="Text Placeholder 14">
            <a:extLst>
              <a:ext uri="{FF2B5EF4-FFF2-40B4-BE49-F238E27FC236}">
                <a16:creationId xmlns:a16="http://schemas.microsoft.com/office/drawing/2014/main" id="{EB2EA48A-1B6A-C303-DEAE-60B5AE15221A}"/>
              </a:ext>
            </a:extLst>
          </p:cNvPr>
          <p:cNvSpPr>
            <a:spLocks noGrp="1"/>
          </p:cNvSpPr>
          <p:nvPr>
            <p:ph type="body" sz="quarter" idx="28"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25" name="Text Placeholder 14">
            <a:extLst>
              <a:ext uri="{FF2B5EF4-FFF2-40B4-BE49-F238E27FC236}">
                <a16:creationId xmlns:a16="http://schemas.microsoft.com/office/drawing/2014/main" id="{60795C41-D3F0-EAB1-1A2F-AA0CCFE6F778}"/>
              </a:ext>
            </a:extLst>
          </p:cNvPr>
          <p:cNvSpPr>
            <a:spLocks noGrp="1"/>
          </p:cNvSpPr>
          <p:nvPr>
            <p:ph type="body" sz="quarter" idx="29"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26" name="Text Placeholder 14">
            <a:extLst>
              <a:ext uri="{FF2B5EF4-FFF2-40B4-BE49-F238E27FC236}">
                <a16:creationId xmlns:a16="http://schemas.microsoft.com/office/drawing/2014/main" id="{8D5598BC-E4CB-A28B-A840-0FC52B022DB8}"/>
              </a:ext>
            </a:extLst>
          </p:cNvPr>
          <p:cNvSpPr>
            <a:spLocks noGrp="1"/>
          </p:cNvSpPr>
          <p:nvPr>
            <p:ph type="body" sz="quarter" idx="30"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27" name="Text Placeholder 14">
            <a:extLst>
              <a:ext uri="{FF2B5EF4-FFF2-40B4-BE49-F238E27FC236}">
                <a16:creationId xmlns:a16="http://schemas.microsoft.com/office/drawing/2014/main" id="{30F0B958-47BF-4C1F-9F24-BA6858D3A556}"/>
              </a:ext>
            </a:extLst>
          </p:cNvPr>
          <p:cNvSpPr>
            <a:spLocks noGrp="1"/>
          </p:cNvSpPr>
          <p:nvPr>
            <p:ph type="body" sz="quarter" idx="31"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28" name="Text Placeholder 14">
            <a:extLst>
              <a:ext uri="{FF2B5EF4-FFF2-40B4-BE49-F238E27FC236}">
                <a16:creationId xmlns:a16="http://schemas.microsoft.com/office/drawing/2014/main" id="{D7692999-6C0E-2FEB-1623-9E88EC02548B}"/>
              </a:ext>
            </a:extLst>
          </p:cNvPr>
          <p:cNvSpPr>
            <a:spLocks noGrp="1"/>
          </p:cNvSpPr>
          <p:nvPr>
            <p:ph type="body" sz="quarter" idx="32"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grpSp>
        <p:nvGrpSpPr>
          <p:cNvPr id="2" name="Group 9">
            <a:extLst>
              <a:ext uri="{FF2B5EF4-FFF2-40B4-BE49-F238E27FC236}">
                <a16:creationId xmlns:a16="http://schemas.microsoft.com/office/drawing/2014/main" id="{439B2273-2944-3ADF-0F99-66F19DA98E29}"/>
              </a:ext>
            </a:extLst>
          </p:cNvPr>
          <p:cNvGrpSpPr/>
          <p:nvPr userDrawn="1"/>
        </p:nvGrpSpPr>
        <p:grpSpPr>
          <a:xfrm>
            <a:off x="0" y="0"/>
            <a:ext cx="442800" cy="6472255"/>
            <a:chOff x="0" y="0"/>
            <a:chExt cx="442800" cy="6858000"/>
          </a:xfrm>
          <a:solidFill>
            <a:schemeClr val="bg1">
              <a:lumMod val="85000"/>
            </a:schemeClr>
          </a:solidFill>
        </p:grpSpPr>
        <p:sp>
          <p:nvSpPr>
            <p:cNvPr id="9" name="Rectangle 8">
              <a:extLst>
                <a:ext uri="{FF2B5EF4-FFF2-40B4-BE49-F238E27FC236}">
                  <a16:creationId xmlns:a16="http://schemas.microsoft.com/office/drawing/2014/main" id="{EFE1A8CF-A27F-984A-D329-58964680D100}"/>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1" name="Picture 12">
              <a:extLst>
                <a:ext uri="{FF2B5EF4-FFF2-40B4-BE49-F238E27FC236}">
                  <a16:creationId xmlns:a16="http://schemas.microsoft.com/office/drawing/2014/main" id="{4F0208E4-A77F-6FD2-A51A-1E4EDD030074}"/>
                </a:ext>
              </a:extLst>
            </p:cNvPr>
            <p:cNvPicPr>
              <a:picLocks noChangeAspect="1"/>
            </p:cNvPicPr>
            <p:nvPr userDrawn="1"/>
          </p:nvPicPr>
          <p:blipFill>
            <a:blip r:embed="rId7"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12" name="TextBox 11">
            <a:extLst>
              <a:ext uri="{FF2B5EF4-FFF2-40B4-BE49-F238E27FC236}">
                <a16:creationId xmlns:a16="http://schemas.microsoft.com/office/drawing/2014/main" id="{E0BF90DE-E6BF-6212-1BC1-5864E217CB3C}"/>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35215337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962FB67-2411-4EA9-B95B-93CF36493197}"/>
              </a:ext>
            </a:extLst>
          </p:cNvPr>
          <p:cNvSpPr>
            <a:spLocks noGrp="1"/>
          </p:cNvSpPr>
          <p:nvPr>
            <p:ph type="sldNum" sz="quarter" idx="12"/>
          </p:nvPr>
        </p:nvSpPr>
        <p:spPr/>
        <p:txBody>
          <a:bodyPr/>
          <a:lstStyle/>
          <a:p>
            <a:fld id="{9C5C683D-CEB1-4F30-9DF4-65B979347242}" type="slidenum">
              <a:rPr lang="en-US" smtClean="0"/>
              <a:t>‹#›</a:t>
            </a:fld>
            <a:endParaRPr lang="en-US"/>
          </a:p>
        </p:txBody>
      </p:sp>
      <p:sp>
        <p:nvSpPr>
          <p:cNvPr id="22" name="Text Placeholder 21">
            <a:extLst>
              <a:ext uri="{FF2B5EF4-FFF2-40B4-BE49-F238E27FC236}">
                <a16:creationId xmlns:a16="http://schemas.microsoft.com/office/drawing/2014/main" id="{C212C204-8405-4304-7F0B-DBD4614A99DC}"/>
              </a:ext>
            </a:extLst>
          </p:cNvPr>
          <p:cNvSpPr>
            <a:spLocks noGrp="1"/>
          </p:cNvSpPr>
          <p:nvPr>
            <p:ph type="body" sz="quarter" idx="24"/>
          </p:nvPr>
        </p:nvSpPr>
        <p:spPr>
          <a:xfrm>
            <a:off x="0" y="1466645"/>
            <a:ext cx="4055579" cy="235764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3">
            <a:extLst>
              <a:ext uri="{FF2B5EF4-FFF2-40B4-BE49-F238E27FC236}">
                <a16:creationId xmlns:a16="http://schemas.microsoft.com/office/drawing/2014/main" id="{56447A5B-120E-8FA6-D0E1-EA6C96B3EB66}"/>
              </a:ext>
            </a:extLst>
          </p:cNvPr>
          <p:cNvSpPr>
            <a:spLocks noGrp="1"/>
          </p:cNvSpPr>
          <p:nvPr>
            <p:ph type="pic" sz="quarter" idx="25"/>
          </p:nvPr>
        </p:nvSpPr>
        <p:spPr>
          <a:xfrm>
            <a:off x="4062414" y="1465995"/>
            <a:ext cx="4070001" cy="2357866"/>
          </a:xfrm>
        </p:spPr>
        <p:txBody>
          <a:bodyPr/>
          <a:lstStyle>
            <a:lvl1pPr>
              <a:defRPr>
                <a:latin typeface="+mn-lt"/>
              </a:defRPr>
            </a:lvl1pPr>
          </a:lstStyle>
          <a:p>
            <a:endParaRPr lang="en-US"/>
          </a:p>
        </p:txBody>
      </p:sp>
      <p:sp>
        <p:nvSpPr>
          <p:cNvPr id="25" name="Text Placeholder 21">
            <a:extLst>
              <a:ext uri="{FF2B5EF4-FFF2-40B4-BE49-F238E27FC236}">
                <a16:creationId xmlns:a16="http://schemas.microsoft.com/office/drawing/2014/main" id="{93FE5FB3-32A9-12C6-4EBB-CF6A007AC447}"/>
              </a:ext>
            </a:extLst>
          </p:cNvPr>
          <p:cNvSpPr>
            <a:spLocks noGrp="1"/>
          </p:cNvSpPr>
          <p:nvPr>
            <p:ph type="body" sz="quarter" idx="26"/>
          </p:nvPr>
        </p:nvSpPr>
        <p:spPr>
          <a:xfrm>
            <a:off x="8132417" y="1465995"/>
            <a:ext cx="4059584" cy="23580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1">
            <a:extLst>
              <a:ext uri="{FF2B5EF4-FFF2-40B4-BE49-F238E27FC236}">
                <a16:creationId xmlns:a16="http://schemas.microsoft.com/office/drawing/2014/main" id="{E5FBB312-F193-7316-AE70-FB87C2D1D0AE}"/>
              </a:ext>
            </a:extLst>
          </p:cNvPr>
          <p:cNvSpPr>
            <a:spLocks noGrp="1"/>
          </p:cNvSpPr>
          <p:nvPr>
            <p:ph type="body" sz="quarter" idx="27"/>
          </p:nvPr>
        </p:nvSpPr>
        <p:spPr>
          <a:xfrm>
            <a:off x="4062654" y="4125881"/>
            <a:ext cx="4056063" cy="235721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Picture Placeholder 23">
            <a:extLst>
              <a:ext uri="{FF2B5EF4-FFF2-40B4-BE49-F238E27FC236}">
                <a16:creationId xmlns:a16="http://schemas.microsoft.com/office/drawing/2014/main" id="{3978D995-8F91-2EA9-0E40-3792EA07ECA1}"/>
              </a:ext>
            </a:extLst>
          </p:cNvPr>
          <p:cNvSpPr>
            <a:spLocks noGrp="1"/>
          </p:cNvSpPr>
          <p:nvPr>
            <p:ph type="pic" sz="quarter" idx="28"/>
          </p:nvPr>
        </p:nvSpPr>
        <p:spPr>
          <a:xfrm>
            <a:off x="8132415" y="4124805"/>
            <a:ext cx="4056063" cy="2358088"/>
          </a:xfrm>
        </p:spPr>
        <p:txBody>
          <a:bodyPr/>
          <a:lstStyle>
            <a:lvl1pPr>
              <a:defRPr>
                <a:latin typeface="+mn-lt"/>
              </a:defRPr>
            </a:lvl1pPr>
          </a:lstStyle>
          <a:p>
            <a:endParaRPr lang="en-US"/>
          </a:p>
        </p:txBody>
      </p:sp>
      <p:sp>
        <p:nvSpPr>
          <p:cNvPr id="28" name="Picture Placeholder 23">
            <a:extLst>
              <a:ext uri="{FF2B5EF4-FFF2-40B4-BE49-F238E27FC236}">
                <a16:creationId xmlns:a16="http://schemas.microsoft.com/office/drawing/2014/main" id="{41296E4C-7679-F767-FA44-FD5ACA0DC395}"/>
              </a:ext>
            </a:extLst>
          </p:cNvPr>
          <p:cNvSpPr>
            <a:spLocks noGrp="1"/>
          </p:cNvSpPr>
          <p:nvPr>
            <p:ph type="pic" sz="quarter" idx="29"/>
          </p:nvPr>
        </p:nvSpPr>
        <p:spPr>
          <a:xfrm>
            <a:off x="0" y="4125660"/>
            <a:ext cx="4062653" cy="2357438"/>
          </a:xfrm>
        </p:spPr>
        <p:txBody>
          <a:bodyPr/>
          <a:lstStyle>
            <a:lvl1pPr>
              <a:defRPr>
                <a:latin typeface="+mn-lt"/>
              </a:defRPr>
            </a:lvl1pPr>
          </a:lstStyle>
          <a:p>
            <a:endParaRPr lang="en-US"/>
          </a:p>
        </p:txBody>
      </p:sp>
      <p:sp>
        <p:nvSpPr>
          <p:cNvPr id="3" name="Title 1">
            <a:extLst>
              <a:ext uri="{FF2B5EF4-FFF2-40B4-BE49-F238E27FC236}">
                <a16:creationId xmlns:a16="http://schemas.microsoft.com/office/drawing/2014/main" id="{2655E4AD-837E-B62A-4D78-4A47E6BEB3AB}"/>
              </a:ext>
            </a:extLst>
          </p:cNvPr>
          <p:cNvSpPr>
            <a:spLocks noGrp="1"/>
          </p:cNvSpPr>
          <p:nvPr>
            <p:ph type="title" hasCustomPrompt="1"/>
          </p:nvPr>
        </p:nvSpPr>
        <p:spPr>
          <a:xfrm>
            <a:off x="407988" y="304800"/>
            <a:ext cx="8521700" cy="625475"/>
          </a:xfrm>
        </p:spPr>
        <p:txBody>
          <a:bodyPr>
            <a:normAutofit fontScale="90000"/>
          </a:bodyPr>
          <a:lstStyle>
            <a:lvl1pPr>
              <a:defRPr sz="4000">
                <a:solidFill>
                  <a:srgbClr val="0800B9"/>
                </a:solidFill>
                <a:latin typeface="+mn-lt"/>
              </a:defRPr>
            </a:lvl1pPr>
          </a:lstStyle>
          <a:p>
            <a:r>
              <a:rPr lang="en-US">
                <a:solidFill>
                  <a:srgbClr val="306CB3"/>
                </a:solidFill>
              </a:rPr>
              <a:t>Title</a:t>
            </a:r>
          </a:p>
        </p:txBody>
      </p:sp>
      <p:sp>
        <p:nvSpPr>
          <p:cNvPr id="36" name="Rectangle 35">
            <a:hlinkClick r:id="rId2" action="ppaction://hlinksldjump"/>
            <a:extLst>
              <a:ext uri="{FF2B5EF4-FFF2-40B4-BE49-F238E27FC236}">
                <a16:creationId xmlns:a16="http://schemas.microsoft.com/office/drawing/2014/main" id="{64BEBD52-1A45-3A3A-6EC6-12F9D1BD9307}"/>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hlinkClick r:id="rId3" action="ppaction://hlinksldjump"/>
            <a:extLst>
              <a:ext uri="{FF2B5EF4-FFF2-40B4-BE49-F238E27FC236}">
                <a16:creationId xmlns:a16="http://schemas.microsoft.com/office/drawing/2014/main" id="{51C49824-02B9-1F91-2FE4-5FD226EB8836}"/>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hlinkClick r:id="rId4" action="ppaction://hlinksldjump"/>
            <a:extLst>
              <a:ext uri="{FF2B5EF4-FFF2-40B4-BE49-F238E27FC236}">
                <a16:creationId xmlns:a16="http://schemas.microsoft.com/office/drawing/2014/main" id="{015EF87C-8BF6-4FD0-A95F-B421538BA058}"/>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hlinkClick r:id="rId5" action="ppaction://hlinksldjump"/>
            <a:extLst>
              <a:ext uri="{FF2B5EF4-FFF2-40B4-BE49-F238E27FC236}">
                <a16:creationId xmlns:a16="http://schemas.microsoft.com/office/drawing/2014/main" id="{2F15B491-76DC-3291-AD88-EDD4A0C5F74B}"/>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hlinkClick r:id="rId6" action="ppaction://hlinksldjump"/>
            <a:extLst>
              <a:ext uri="{FF2B5EF4-FFF2-40B4-BE49-F238E27FC236}">
                <a16:creationId xmlns:a16="http://schemas.microsoft.com/office/drawing/2014/main" id="{8E550B68-75A2-6A5A-67CB-614FC688B1F2}"/>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hlinkClick r:id="rId7" action="ppaction://hlinksldjump"/>
            <a:extLst>
              <a:ext uri="{FF2B5EF4-FFF2-40B4-BE49-F238E27FC236}">
                <a16:creationId xmlns:a16="http://schemas.microsoft.com/office/drawing/2014/main" id="{FFBCB2E5-E46C-9790-D425-7C0D52D2F242}"/>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 Placeholder 14">
            <a:extLst>
              <a:ext uri="{FF2B5EF4-FFF2-40B4-BE49-F238E27FC236}">
                <a16:creationId xmlns:a16="http://schemas.microsoft.com/office/drawing/2014/main" id="{8161AF70-C9F8-9B4B-8A7E-B7A1CAE10AF0}"/>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43" name="Text Placeholder 14">
            <a:extLst>
              <a:ext uri="{FF2B5EF4-FFF2-40B4-BE49-F238E27FC236}">
                <a16:creationId xmlns:a16="http://schemas.microsoft.com/office/drawing/2014/main" id="{BBAB9933-507F-FB12-CB2B-2CC58CDA723C}"/>
              </a:ext>
            </a:extLst>
          </p:cNvPr>
          <p:cNvSpPr>
            <a:spLocks noGrp="1"/>
          </p:cNvSpPr>
          <p:nvPr>
            <p:ph type="body" sz="quarter" idx="30"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44" name="Text Placeholder 14">
            <a:extLst>
              <a:ext uri="{FF2B5EF4-FFF2-40B4-BE49-F238E27FC236}">
                <a16:creationId xmlns:a16="http://schemas.microsoft.com/office/drawing/2014/main" id="{8378DD04-F64C-D993-8702-BCE7EB7EBD1A}"/>
              </a:ext>
            </a:extLst>
          </p:cNvPr>
          <p:cNvSpPr>
            <a:spLocks noGrp="1"/>
          </p:cNvSpPr>
          <p:nvPr>
            <p:ph type="body" sz="quarter" idx="31"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45" name="Text Placeholder 14">
            <a:extLst>
              <a:ext uri="{FF2B5EF4-FFF2-40B4-BE49-F238E27FC236}">
                <a16:creationId xmlns:a16="http://schemas.microsoft.com/office/drawing/2014/main" id="{332DB07A-0879-7B82-90A1-CF103E531D72}"/>
              </a:ext>
            </a:extLst>
          </p:cNvPr>
          <p:cNvSpPr>
            <a:spLocks noGrp="1"/>
          </p:cNvSpPr>
          <p:nvPr>
            <p:ph type="body" sz="quarter" idx="32"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46" name="Text Placeholder 14">
            <a:extLst>
              <a:ext uri="{FF2B5EF4-FFF2-40B4-BE49-F238E27FC236}">
                <a16:creationId xmlns:a16="http://schemas.microsoft.com/office/drawing/2014/main" id="{1498AC0D-3D9D-2E19-0FFA-1C437E99595D}"/>
              </a:ext>
            </a:extLst>
          </p:cNvPr>
          <p:cNvSpPr>
            <a:spLocks noGrp="1"/>
          </p:cNvSpPr>
          <p:nvPr>
            <p:ph type="body" sz="quarter" idx="33"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47" name="Text Placeholder 14">
            <a:extLst>
              <a:ext uri="{FF2B5EF4-FFF2-40B4-BE49-F238E27FC236}">
                <a16:creationId xmlns:a16="http://schemas.microsoft.com/office/drawing/2014/main" id="{7A2E0EBA-A4B2-92C3-20DD-57040BCBD926}"/>
              </a:ext>
            </a:extLst>
          </p:cNvPr>
          <p:cNvSpPr>
            <a:spLocks noGrp="1"/>
          </p:cNvSpPr>
          <p:nvPr>
            <p:ph type="body" sz="quarter" idx="34"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grpSp>
        <p:nvGrpSpPr>
          <p:cNvPr id="7" name="Group 9">
            <a:extLst>
              <a:ext uri="{FF2B5EF4-FFF2-40B4-BE49-F238E27FC236}">
                <a16:creationId xmlns:a16="http://schemas.microsoft.com/office/drawing/2014/main" id="{14B4F772-0C6B-C5D6-F7D4-A0BF99022897}"/>
              </a:ext>
            </a:extLst>
          </p:cNvPr>
          <p:cNvGrpSpPr/>
          <p:nvPr userDrawn="1"/>
        </p:nvGrpSpPr>
        <p:grpSpPr>
          <a:xfrm>
            <a:off x="0" y="0"/>
            <a:ext cx="442800" cy="6472255"/>
            <a:chOff x="0" y="0"/>
            <a:chExt cx="442800" cy="6858000"/>
          </a:xfrm>
          <a:solidFill>
            <a:schemeClr val="bg1">
              <a:lumMod val="85000"/>
            </a:schemeClr>
          </a:solidFill>
        </p:grpSpPr>
        <p:sp>
          <p:nvSpPr>
            <p:cNvPr id="8" name="Rectangle 7">
              <a:extLst>
                <a:ext uri="{FF2B5EF4-FFF2-40B4-BE49-F238E27FC236}">
                  <a16:creationId xmlns:a16="http://schemas.microsoft.com/office/drawing/2014/main" id="{C029539D-5DAA-97E8-C3C9-125E6843BC35}"/>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0" name="Picture 12">
              <a:extLst>
                <a:ext uri="{FF2B5EF4-FFF2-40B4-BE49-F238E27FC236}">
                  <a16:creationId xmlns:a16="http://schemas.microsoft.com/office/drawing/2014/main" id="{2091BEE3-A362-035F-AEA5-C4399B89B1AA}"/>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11" name="TextBox 10">
            <a:extLst>
              <a:ext uri="{FF2B5EF4-FFF2-40B4-BE49-F238E27FC236}">
                <a16:creationId xmlns:a16="http://schemas.microsoft.com/office/drawing/2014/main" id="{45003A5C-9DD8-4364-5E4A-8A8D1216BE8C}"/>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39949324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DCE5A-6ED2-4131-BCA8-D6B5201062CC}"/>
              </a:ext>
            </a:extLst>
          </p:cNvPr>
          <p:cNvSpPr>
            <a:spLocks noGrp="1"/>
          </p:cNvSpPr>
          <p:nvPr>
            <p:ph type="title"/>
          </p:nvPr>
        </p:nvSpPr>
        <p:spPr/>
        <p:txBody>
          <a:bodyPr/>
          <a:lstStyle>
            <a:lvl1pPr>
              <a:defRPr sz="3600">
                <a:latin typeface="+mn-lt"/>
              </a:defRPr>
            </a:lvl1pPr>
          </a:lstStyle>
          <a:p>
            <a:r>
              <a:rPr lang="en-US"/>
              <a:t>Click to edit Master title style</a:t>
            </a:r>
          </a:p>
        </p:txBody>
      </p:sp>
      <p:sp>
        <p:nvSpPr>
          <p:cNvPr id="5" name="Slide Number Placeholder 4">
            <a:extLst>
              <a:ext uri="{FF2B5EF4-FFF2-40B4-BE49-F238E27FC236}">
                <a16:creationId xmlns:a16="http://schemas.microsoft.com/office/drawing/2014/main" id="{175C2290-5C6E-4060-936C-54BA55FBD351}"/>
              </a:ext>
            </a:extLst>
          </p:cNvPr>
          <p:cNvSpPr>
            <a:spLocks noGrp="1"/>
          </p:cNvSpPr>
          <p:nvPr>
            <p:ph type="sldNum" sz="quarter" idx="12"/>
          </p:nvPr>
        </p:nvSpPr>
        <p:spPr/>
        <p:txBody>
          <a:bodyPr/>
          <a:lstStyle/>
          <a:p>
            <a:fld id="{9C5C683D-CEB1-4F30-9DF4-65B979347242}" type="slidenum">
              <a:rPr lang="en-US" smtClean="0"/>
              <a:pPr/>
              <a:t>‹#›</a:t>
            </a:fld>
            <a:endParaRPr lang="en-US"/>
          </a:p>
        </p:txBody>
      </p:sp>
      <p:sp>
        <p:nvSpPr>
          <p:cNvPr id="6" name="Rectangle 5">
            <a:hlinkClick r:id="rId2" action="ppaction://hlinksldjump"/>
            <a:extLst>
              <a:ext uri="{FF2B5EF4-FFF2-40B4-BE49-F238E27FC236}">
                <a16:creationId xmlns:a16="http://schemas.microsoft.com/office/drawing/2014/main" id="{4FB1EC39-58A1-72EB-97D9-1DF33954311F}"/>
              </a:ext>
            </a:extLst>
          </p:cNvPr>
          <p:cNvSpPr/>
          <p:nvPr userDrawn="1"/>
        </p:nvSpPr>
        <p:spPr>
          <a:xfrm>
            <a:off x="10160897" y="6483097"/>
            <a:ext cx="20311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3" action="ppaction://hlinksldjump"/>
            <a:extLst>
              <a:ext uri="{FF2B5EF4-FFF2-40B4-BE49-F238E27FC236}">
                <a16:creationId xmlns:a16="http://schemas.microsoft.com/office/drawing/2014/main" id="{FD3823FF-A0A2-5673-E5CA-48D276B74F6C}"/>
              </a:ext>
            </a:extLst>
          </p:cNvPr>
          <p:cNvSpPr/>
          <p:nvPr userDrawn="1"/>
        </p:nvSpPr>
        <p:spPr>
          <a:xfrm>
            <a:off x="8134930" y="6483097"/>
            <a:ext cx="2020570"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hlinkClick r:id="rId4" action="ppaction://hlinksldjump"/>
            <a:extLst>
              <a:ext uri="{FF2B5EF4-FFF2-40B4-BE49-F238E27FC236}">
                <a16:creationId xmlns:a16="http://schemas.microsoft.com/office/drawing/2014/main" id="{EB426A41-05E7-F774-807B-346C736C5D9B}"/>
              </a:ext>
            </a:extLst>
          </p:cNvPr>
          <p:cNvSpPr/>
          <p:nvPr userDrawn="1"/>
        </p:nvSpPr>
        <p:spPr>
          <a:xfrm>
            <a:off x="6103323" y="6483097"/>
            <a:ext cx="2021078"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hlinkClick r:id="rId5" action="ppaction://hlinksldjump"/>
            <a:extLst>
              <a:ext uri="{FF2B5EF4-FFF2-40B4-BE49-F238E27FC236}">
                <a16:creationId xmlns:a16="http://schemas.microsoft.com/office/drawing/2014/main" id="{4776F57A-1B62-2079-D054-DFB699B2A29B}"/>
              </a:ext>
            </a:extLst>
          </p:cNvPr>
          <p:cNvSpPr/>
          <p:nvPr userDrawn="1"/>
        </p:nvSpPr>
        <p:spPr>
          <a:xfrm>
            <a:off x="4068881"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6" action="ppaction://hlinksldjump"/>
            <a:extLst>
              <a:ext uri="{FF2B5EF4-FFF2-40B4-BE49-F238E27FC236}">
                <a16:creationId xmlns:a16="http://schemas.microsoft.com/office/drawing/2014/main" id="{4EFF66EB-30D7-B00C-2153-345851E0BD1E}"/>
              </a:ext>
            </a:extLst>
          </p:cNvPr>
          <p:cNvSpPr/>
          <p:nvPr userDrawn="1"/>
        </p:nvSpPr>
        <p:spPr>
          <a:xfrm>
            <a:off x="2036497" y="6483097"/>
            <a:ext cx="2025703"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7" action="ppaction://hlinksldjump"/>
            <a:extLst>
              <a:ext uri="{FF2B5EF4-FFF2-40B4-BE49-F238E27FC236}">
                <a16:creationId xmlns:a16="http://schemas.microsoft.com/office/drawing/2014/main" id="{2048CD34-9DDD-15F9-F46F-97F3419DE13C}"/>
              </a:ext>
            </a:extLst>
          </p:cNvPr>
          <p:cNvSpPr/>
          <p:nvPr userDrawn="1"/>
        </p:nvSpPr>
        <p:spPr>
          <a:xfrm>
            <a:off x="1" y="6483097"/>
            <a:ext cx="2025702" cy="374903"/>
          </a:xfrm>
          <a:prstGeom prst="rect">
            <a:avLst/>
          </a:prstGeom>
          <a:solidFill>
            <a:srgbClr val="B6C0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4">
            <a:extLst>
              <a:ext uri="{FF2B5EF4-FFF2-40B4-BE49-F238E27FC236}">
                <a16:creationId xmlns:a16="http://schemas.microsoft.com/office/drawing/2014/main" id="{DE0B0E3A-4D5B-DAD8-8D35-542B3040EA7B}"/>
              </a:ext>
            </a:extLst>
          </p:cNvPr>
          <p:cNvSpPr>
            <a:spLocks noGrp="1"/>
          </p:cNvSpPr>
          <p:nvPr>
            <p:ph type="body" sz="quarter" idx="18" hasCustomPrompt="1"/>
          </p:nvPr>
        </p:nvSpPr>
        <p:spPr>
          <a:xfrm>
            <a:off x="11811"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1</a:t>
            </a:r>
          </a:p>
        </p:txBody>
      </p:sp>
      <p:sp>
        <p:nvSpPr>
          <p:cNvPr id="13" name="Text Placeholder 14">
            <a:extLst>
              <a:ext uri="{FF2B5EF4-FFF2-40B4-BE49-F238E27FC236}">
                <a16:creationId xmlns:a16="http://schemas.microsoft.com/office/drawing/2014/main" id="{9579E51F-3DD8-BC01-6997-F818637A6B70}"/>
              </a:ext>
            </a:extLst>
          </p:cNvPr>
          <p:cNvSpPr>
            <a:spLocks noGrp="1"/>
          </p:cNvSpPr>
          <p:nvPr>
            <p:ph type="body" sz="quarter" idx="30" hasCustomPrompt="1"/>
          </p:nvPr>
        </p:nvSpPr>
        <p:spPr>
          <a:xfrm>
            <a:off x="204034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2</a:t>
            </a:r>
          </a:p>
        </p:txBody>
      </p:sp>
      <p:sp>
        <p:nvSpPr>
          <p:cNvPr id="14" name="Text Placeholder 14">
            <a:extLst>
              <a:ext uri="{FF2B5EF4-FFF2-40B4-BE49-F238E27FC236}">
                <a16:creationId xmlns:a16="http://schemas.microsoft.com/office/drawing/2014/main" id="{83A1B54B-FB7E-3147-FFCC-E909ECB81142}"/>
              </a:ext>
            </a:extLst>
          </p:cNvPr>
          <p:cNvSpPr>
            <a:spLocks noGrp="1"/>
          </p:cNvSpPr>
          <p:nvPr>
            <p:ph type="body" sz="quarter" idx="31" hasCustomPrompt="1"/>
          </p:nvPr>
        </p:nvSpPr>
        <p:spPr>
          <a:xfrm>
            <a:off x="4072086"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3</a:t>
            </a:r>
          </a:p>
        </p:txBody>
      </p:sp>
      <p:sp>
        <p:nvSpPr>
          <p:cNvPr id="15" name="Text Placeholder 14">
            <a:extLst>
              <a:ext uri="{FF2B5EF4-FFF2-40B4-BE49-F238E27FC236}">
                <a16:creationId xmlns:a16="http://schemas.microsoft.com/office/drawing/2014/main" id="{20DA37D9-ED18-54F6-FD84-2D8727DC1B79}"/>
              </a:ext>
            </a:extLst>
          </p:cNvPr>
          <p:cNvSpPr>
            <a:spLocks noGrp="1"/>
          </p:cNvSpPr>
          <p:nvPr>
            <p:ph type="body" sz="quarter" idx="32" hasCustomPrompt="1"/>
          </p:nvPr>
        </p:nvSpPr>
        <p:spPr>
          <a:xfrm>
            <a:off x="610639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4</a:t>
            </a:r>
          </a:p>
        </p:txBody>
      </p:sp>
      <p:sp>
        <p:nvSpPr>
          <p:cNvPr id="16" name="Text Placeholder 14">
            <a:extLst>
              <a:ext uri="{FF2B5EF4-FFF2-40B4-BE49-F238E27FC236}">
                <a16:creationId xmlns:a16="http://schemas.microsoft.com/office/drawing/2014/main" id="{34519D62-07FE-BD26-A524-E61DB5BD97B1}"/>
              </a:ext>
            </a:extLst>
          </p:cNvPr>
          <p:cNvSpPr>
            <a:spLocks noGrp="1"/>
          </p:cNvSpPr>
          <p:nvPr>
            <p:ph type="body" sz="quarter" idx="33" hasCustomPrompt="1"/>
          </p:nvPr>
        </p:nvSpPr>
        <p:spPr>
          <a:xfrm>
            <a:off x="8134930"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5</a:t>
            </a:r>
          </a:p>
        </p:txBody>
      </p:sp>
      <p:sp>
        <p:nvSpPr>
          <p:cNvPr id="17" name="Text Placeholder 14">
            <a:extLst>
              <a:ext uri="{FF2B5EF4-FFF2-40B4-BE49-F238E27FC236}">
                <a16:creationId xmlns:a16="http://schemas.microsoft.com/office/drawing/2014/main" id="{04328E90-CB4F-29D2-5D8F-7904BE15F641}"/>
              </a:ext>
            </a:extLst>
          </p:cNvPr>
          <p:cNvSpPr>
            <a:spLocks noGrp="1"/>
          </p:cNvSpPr>
          <p:nvPr>
            <p:ph type="body" sz="quarter" idx="34" hasCustomPrompt="1"/>
          </p:nvPr>
        </p:nvSpPr>
        <p:spPr>
          <a:xfrm>
            <a:off x="10163465" y="6477676"/>
            <a:ext cx="2016724" cy="374903"/>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1000" b="1" kern="1200" dirty="0">
                <a:solidFill>
                  <a:schemeClr val="bg1"/>
                </a:solidFill>
                <a:latin typeface="+mn-lt"/>
                <a:ea typeface="+mn-ea"/>
                <a:cs typeface="+mn-cs"/>
              </a:defRPr>
            </a:lvl1pPr>
          </a:lstStyle>
          <a:p>
            <a:pPr marL="0" lvl="0" algn="ctr"/>
            <a:r>
              <a:rPr lang="en-US"/>
              <a:t>Title 6</a:t>
            </a:r>
          </a:p>
        </p:txBody>
      </p:sp>
      <p:grpSp>
        <p:nvGrpSpPr>
          <p:cNvPr id="19" name="Group 9">
            <a:extLst>
              <a:ext uri="{FF2B5EF4-FFF2-40B4-BE49-F238E27FC236}">
                <a16:creationId xmlns:a16="http://schemas.microsoft.com/office/drawing/2014/main" id="{CE4C8CB0-E1E7-422D-9CF2-CE51534E0868}"/>
              </a:ext>
            </a:extLst>
          </p:cNvPr>
          <p:cNvGrpSpPr/>
          <p:nvPr userDrawn="1"/>
        </p:nvGrpSpPr>
        <p:grpSpPr>
          <a:xfrm>
            <a:off x="0" y="0"/>
            <a:ext cx="442800" cy="6472255"/>
            <a:chOff x="0" y="0"/>
            <a:chExt cx="442800" cy="6858000"/>
          </a:xfrm>
          <a:solidFill>
            <a:schemeClr val="bg1">
              <a:lumMod val="85000"/>
            </a:schemeClr>
          </a:solidFill>
        </p:grpSpPr>
        <p:sp>
          <p:nvSpPr>
            <p:cNvPr id="21" name="Rectangle 20">
              <a:extLst>
                <a:ext uri="{FF2B5EF4-FFF2-40B4-BE49-F238E27FC236}">
                  <a16:creationId xmlns:a16="http://schemas.microsoft.com/office/drawing/2014/main" id="{6AAAB188-22B7-F927-C8AA-C1A25D8C4C05}"/>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22" name="Picture 12">
              <a:extLst>
                <a:ext uri="{FF2B5EF4-FFF2-40B4-BE49-F238E27FC236}">
                  <a16:creationId xmlns:a16="http://schemas.microsoft.com/office/drawing/2014/main" id="{EA7702CA-9DC8-6BEB-3B90-486A32B50A62}"/>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23" name="TextBox 22">
            <a:extLst>
              <a:ext uri="{FF2B5EF4-FFF2-40B4-BE49-F238E27FC236}">
                <a16:creationId xmlns:a16="http://schemas.microsoft.com/office/drawing/2014/main" id="{67CC2000-7FE5-3D90-CDF1-2EF5E6886098}"/>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728199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3FA93-960B-40E6-A7DC-ADFB7FEFAB1A}"/>
              </a:ext>
            </a:extLst>
          </p:cNvPr>
          <p:cNvSpPr>
            <a:spLocks noGrp="1"/>
          </p:cNvSpPr>
          <p:nvPr>
            <p:ph type="title"/>
          </p:nvPr>
        </p:nvSpPr>
        <p:spPr/>
        <p:txBody>
          <a:bodyPr/>
          <a:lstStyle>
            <a:lvl1pPr>
              <a:defRPr sz="3600">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C8C897F7-822E-4430-ABE0-6DFE5F4095B7}"/>
              </a:ext>
            </a:extLst>
          </p:cNvPr>
          <p:cNvSpPr>
            <a:spLocks noGrp="1"/>
          </p:cNvSpPr>
          <p:nvPr>
            <p:ph sz="half" idx="1"/>
          </p:nvPr>
        </p:nvSpPr>
        <p:spPr>
          <a:xfrm>
            <a:off x="838202"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6563AF-7DA9-466C-A0B2-6E940AA03BE2}"/>
              </a:ext>
            </a:extLst>
          </p:cNvPr>
          <p:cNvSpPr>
            <a:spLocks noGrp="1"/>
          </p:cNvSpPr>
          <p:nvPr>
            <p:ph sz="half" idx="2"/>
          </p:nvPr>
        </p:nvSpPr>
        <p:spPr>
          <a:xfrm>
            <a:off x="6172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24D8F4-97B0-41D8-9340-BA88E3804194}"/>
              </a:ext>
            </a:extLst>
          </p:cNvPr>
          <p:cNvSpPr>
            <a:spLocks noGrp="1"/>
          </p:cNvSpPr>
          <p:nvPr>
            <p:ph type="dt" sz="half" idx="10"/>
          </p:nvPr>
        </p:nvSpPr>
        <p:spPr/>
        <p:txBody>
          <a:bodyPr/>
          <a:lstStyle/>
          <a:p>
            <a:fld id="{4C185949-9D28-476B-9DBE-DAD58FBE4D06}" type="datetime1">
              <a:rPr lang="en-US" smtClean="0"/>
              <a:t>10/6/26</a:t>
            </a:fld>
            <a:endParaRPr lang="en-US"/>
          </a:p>
        </p:txBody>
      </p:sp>
      <p:sp>
        <p:nvSpPr>
          <p:cNvPr id="6" name="Footer Placeholder 5">
            <a:extLst>
              <a:ext uri="{FF2B5EF4-FFF2-40B4-BE49-F238E27FC236}">
                <a16:creationId xmlns:a16="http://schemas.microsoft.com/office/drawing/2014/main" id="{0BEE8F54-08D4-4EC9-9D76-0139F269D8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AF275-08FB-4805-9D25-5AA3762F46C3}"/>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11" name="Group 9">
            <a:extLst>
              <a:ext uri="{FF2B5EF4-FFF2-40B4-BE49-F238E27FC236}">
                <a16:creationId xmlns:a16="http://schemas.microsoft.com/office/drawing/2014/main" id="{99C3EE33-9413-9833-964D-D1BC174816A4}"/>
              </a:ext>
            </a:extLst>
          </p:cNvPr>
          <p:cNvGrpSpPr/>
          <p:nvPr userDrawn="1"/>
        </p:nvGrpSpPr>
        <p:grpSpPr>
          <a:xfrm>
            <a:off x="0" y="0"/>
            <a:ext cx="442800" cy="6858000"/>
            <a:chOff x="0" y="0"/>
            <a:chExt cx="442800" cy="6858000"/>
          </a:xfrm>
          <a:solidFill>
            <a:schemeClr val="bg1">
              <a:lumMod val="85000"/>
            </a:schemeClr>
          </a:solidFill>
        </p:grpSpPr>
        <p:sp>
          <p:nvSpPr>
            <p:cNvPr id="13" name="Rectangle 12">
              <a:extLst>
                <a:ext uri="{FF2B5EF4-FFF2-40B4-BE49-F238E27FC236}">
                  <a16:creationId xmlns:a16="http://schemas.microsoft.com/office/drawing/2014/main" id="{C30CA283-9444-DBE4-07DB-CD9766823EA4}"/>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4" name="Picture 12">
              <a:extLst>
                <a:ext uri="{FF2B5EF4-FFF2-40B4-BE49-F238E27FC236}">
                  <a16:creationId xmlns:a16="http://schemas.microsoft.com/office/drawing/2014/main" id="{E4A22C6E-0271-5F98-78E8-187BE4C810C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15" name="TextBox 14">
            <a:extLst>
              <a:ext uri="{FF2B5EF4-FFF2-40B4-BE49-F238E27FC236}">
                <a16:creationId xmlns:a16="http://schemas.microsoft.com/office/drawing/2014/main" id="{CA7CC3DF-EF6A-4C69-F3FB-4A73A8BEC118}"/>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39394799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EE2E6-5823-4E41-836A-13138F7B194B}"/>
              </a:ext>
            </a:extLst>
          </p:cNvPr>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B7CBC0-7E76-4D5A-B5B9-E3D22B105D83}"/>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4A0A0E-56FA-4546-A2AD-206486BE0016}"/>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051230-6307-46AC-ABB2-F005B59906DD}"/>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89D68A-D6FF-479D-9879-B937396A8711}"/>
              </a:ext>
            </a:extLst>
          </p:cNvPr>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673B2A-0018-4245-95D5-D7FD40FDDD53}"/>
              </a:ext>
            </a:extLst>
          </p:cNvPr>
          <p:cNvSpPr>
            <a:spLocks noGrp="1"/>
          </p:cNvSpPr>
          <p:nvPr>
            <p:ph type="dt" sz="half" idx="10"/>
          </p:nvPr>
        </p:nvSpPr>
        <p:spPr/>
        <p:txBody>
          <a:bodyPr/>
          <a:lstStyle/>
          <a:p>
            <a:fld id="{6EC03DFA-94D9-458F-88E0-C7F9FB0BE6EE}" type="datetime1">
              <a:rPr lang="en-US" smtClean="0"/>
              <a:t>10/6/26</a:t>
            </a:fld>
            <a:endParaRPr lang="en-US"/>
          </a:p>
        </p:txBody>
      </p:sp>
      <p:sp>
        <p:nvSpPr>
          <p:cNvPr id="8" name="Footer Placeholder 7">
            <a:extLst>
              <a:ext uri="{FF2B5EF4-FFF2-40B4-BE49-F238E27FC236}">
                <a16:creationId xmlns:a16="http://schemas.microsoft.com/office/drawing/2014/main" id="{3CB4F561-A3FF-4B61-BF46-7F16F59479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6D4B0D-C079-473A-BAF9-E3EAAF235190}"/>
              </a:ext>
            </a:extLst>
          </p:cNvPr>
          <p:cNvSpPr>
            <a:spLocks noGrp="1"/>
          </p:cNvSpPr>
          <p:nvPr>
            <p:ph type="sldNum" sz="quarter" idx="12"/>
          </p:nvPr>
        </p:nvSpPr>
        <p:spPr/>
        <p:txBody>
          <a:bodyPr/>
          <a:lstStyle/>
          <a:p>
            <a:fld id="{9C5C683D-CEB1-4F30-9DF4-65B979347242}" type="slidenum">
              <a:rPr lang="en-US" smtClean="0"/>
              <a:t>‹#›</a:t>
            </a:fld>
            <a:endParaRPr lang="en-US"/>
          </a:p>
        </p:txBody>
      </p:sp>
    </p:spTree>
    <p:extLst>
      <p:ext uri="{BB962C8B-B14F-4D97-AF65-F5344CB8AC3E}">
        <p14:creationId xmlns:p14="http://schemas.microsoft.com/office/powerpoint/2010/main" val="20723976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9C8F-D620-4B7A-B3BF-706AA0B7BA29}"/>
              </a:ext>
            </a:extLst>
          </p:cNvPr>
          <p:cNvSpPr>
            <a:spLocks noGrp="1"/>
          </p:cNvSpPr>
          <p:nvPr>
            <p:ph type="title"/>
          </p:nvPr>
        </p:nvSpPr>
        <p:spPr/>
        <p:txBody>
          <a:bodyPr/>
          <a:lstStyle>
            <a:lvl1pPr>
              <a:defRPr sz="36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978770F5-45B7-4FDF-8A8B-20F948AD2480}"/>
              </a:ext>
            </a:extLst>
          </p:cNvPr>
          <p:cNvSpPr>
            <a:spLocks noGrp="1"/>
          </p:cNvSpPr>
          <p:nvPr>
            <p:ph type="dt" sz="half" idx="10"/>
          </p:nvPr>
        </p:nvSpPr>
        <p:spPr/>
        <p:txBody>
          <a:bodyPr/>
          <a:lstStyle/>
          <a:p>
            <a:fld id="{A4564A40-CF6E-4BCC-A91A-73982E7D4C80}" type="datetime1">
              <a:rPr lang="en-US" smtClean="0"/>
              <a:t>10/6/26</a:t>
            </a:fld>
            <a:endParaRPr lang="en-US"/>
          </a:p>
        </p:txBody>
      </p:sp>
      <p:sp>
        <p:nvSpPr>
          <p:cNvPr id="4" name="Footer Placeholder 3">
            <a:extLst>
              <a:ext uri="{FF2B5EF4-FFF2-40B4-BE49-F238E27FC236}">
                <a16:creationId xmlns:a16="http://schemas.microsoft.com/office/drawing/2014/main" id="{1847BD96-E049-4661-8D02-3D7BF893CE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8A1CB9-020D-4034-A0DD-340CA58B362D}"/>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9" name="Group 9">
            <a:extLst>
              <a:ext uri="{FF2B5EF4-FFF2-40B4-BE49-F238E27FC236}">
                <a16:creationId xmlns:a16="http://schemas.microsoft.com/office/drawing/2014/main" id="{21430328-EA06-0289-1A42-DDB80855727D}"/>
              </a:ext>
            </a:extLst>
          </p:cNvPr>
          <p:cNvGrpSpPr/>
          <p:nvPr userDrawn="1"/>
        </p:nvGrpSpPr>
        <p:grpSpPr>
          <a:xfrm>
            <a:off x="0" y="0"/>
            <a:ext cx="442800" cy="6858000"/>
            <a:chOff x="0" y="0"/>
            <a:chExt cx="442800" cy="6858000"/>
          </a:xfrm>
          <a:solidFill>
            <a:schemeClr val="bg1">
              <a:lumMod val="85000"/>
            </a:schemeClr>
          </a:solidFill>
        </p:grpSpPr>
        <p:sp>
          <p:nvSpPr>
            <p:cNvPr id="11" name="Rectangle 10">
              <a:extLst>
                <a:ext uri="{FF2B5EF4-FFF2-40B4-BE49-F238E27FC236}">
                  <a16:creationId xmlns:a16="http://schemas.microsoft.com/office/drawing/2014/main" id="{A4FB2290-0F0B-B0BF-5D11-A8205F8A2799}"/>
                </a:ext>
              </a:extLst>
            </p:cNvPr>
            <p:cNvSpPr/>
            <p:nvPr/>
          </p:nvSpPr>
          <p:spPr bwMode="gray">
            <a:xfrm>
              <a:off x="0" y="0"/>
              <a:ext cx="442800" cy="6858000"/>
            </a:xfrm>
            <a:prstGeom prst="rect">
              <a:avLst/>
            </a:prstGeom>
            <a:solidFill>
              <a:srgbClr val="B6C0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2" name="Picture 12">
              <a:extLst>
                <a:ext uri="{FF2B5EF4-FFF2-40B4-BE49-F238E27FC236}">
                  <a16:creationId xmlns:a16="http://schemas.microsoft.com/office/drawing/2014/main" id="{B3B77311-E7BE-C148-B4A4-D5BB65548B8C}"/>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solidFill>
              <a:srgbClr val="B6C0CD"/>
            </a:solidFill>
          </p:spPr>
        </p:pic>
      </p:grpSp>
      <p:sp>
        <p:nvSpPr>
          <p:cNvPr id="13" name="TextBox 12">
            <a:extLst>
              <a:ext uri="{FF2B5EF4-FFF2-40B4-BE49-F238E27FC236}">
                <a16:creationId xmlns:a16="http://schemas.microsoft.com/office/drawing/2014/main" id="{48AD995E-79EF-6320-A5F3-CF717954194A}"/>
              </a:ext>
            </a:extLst>
          </p:cNvPr>
          <p:cNvSpPr txBox="1"/>
          <p:nvPr userDrawn="1"/>
        </p:nvSpPr>
        <p:spPr>
          <a:xfrm rot="16200000">
            <a:off x="-415502" y="5742214"/>
            <a:ext cx="1263038" cy="153888"/>
          </a:xfrm>
          <a:prstGeom prst="rect">
            <a:avLst/>
          </a:prstGeom>
          <a:noFill/>
        </p:spPr>
        <p:txBody>
          <a:bodyPr wrap="squar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562636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89AE78-D0F6-4C25-8705-EEB68AB780CB}"/>
              </a:ext>
            </a:extLst>
          </p:cNvPr>
          <p:cNvSpPr>
            <a:spLocks noGrp="1"/>
          </p:cNvSpPr>
          <p:nvPr>
            <p:ph type="dt" sz="half" idx="10"/>
          </p:nvPr>
        </p:nvSpPr>
        <p:spPr/>
        <p:txBody>
          <a:bodyPr/>
          <a:lstStyle/>
          <a:p>
            <a:fld id="{77543895-ACD9-41CB-B95F-36C183E1825E}" type="datetime1">
              <a:rPr lang="en-US" smtClean="0"/>
              <a:t>10/6/26</a:t>
            </a:fld>
            <a:endParaRPr lang="en-US"/>
          </a:p>
        </p:txBody>
      </p:sp>
      <p:sp>
        <p:nvSpPr>
          <p:cNvPr id="3" name="Footer Placeholder 2">
            <a:extLst>
              <a:ext uri="{FF2B5EF4-FFF2-40B4-BE49-F238E27FC236}">
                <a16:creationId xmlns:a16="http://schemas.microsoft.com/office/drawing/2014/main" id="{14FB4C87-B9A6-4754-BB3A-A61F801686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CBD83-03EA-43F5-B276-5F69C242A450}"/>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5" name="Group 9">
            <a:extLst>
              <a:ext uri="{FF2B5EF4-FFF2-40B4-BE49-F238E27FC236}">
                <a16:creationId xmlns:a16="http://schemas.microsoft.com/office/drawing/2014/main" id="{109B3497-84AD-FCBE-5806-CCCC8138546C}"/>
              </a:ext>
            </a:extLst>
          </p:cNvPr>
          <p:cNvGrpSpPr/>
          <p:nvPr userDrawn="1"/>
        </p:nvGrpSpPr>
        <p:grpSpPr>
          <a:xfrm>
            <a:off x="0" y="0"/>
            <a:ext cx="442800" cy="6858000"/>
            <a:chOff x="0" y="0"/>
            <a:chExt cx="442800" cy="6858000"/>
          </a:xfrm>
          <a:solidFill>
            <a:schemeClr val="bg1">
              <a:lumMod val="85000"/>
            </a:schemeClr>
          </a:solidFill>
        </p:grpSpPr>
        <p:sp>
          <p:nvSpPr>
            <p:cNvPr id="6" name="Rectangle 5">
              <a:extLst>
                <a:ext uri="{FF2B5EF4-FFF2-40B4-BE49-F238E27FC236}">
                  <a16:creationId xmlns:a16="http://schemas.microsoft.com/office/drawing/2014/main" id="{4959C646-0334-BAB4-166D-8886C6B2AE99}"/>
                </a:ext>
              </a:extLst>
            </p:cNvPr>
            <p:cNvSpPr/>
            <p:nvPr/>
          </p:nvSpPr>
          <p:spPr bwMode="gray">
            <a:xfrm>
              <a:off x="0" y="0"/>
              <a:ext cx="442800" cy="6858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7" name="Picture 12">
              <a:extLst>
                <a:ext uri="{FF2B5EF4-FFF2-40B4-BE49-F238E27FC236}">
                  <a16:creationId xmlns:a16="http://schemas.microsoft.com/office/drawing/2014/main" id="{7511D4A1-DA5E-38B7-F5BC-3C319F36CFC9}"/>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grpFill/>
          </p:spPr>
        </p:pic>
      </p:grpSp>
      <p:sp>
        <p:nvSpPr>
          <p:cNvPr id="9" name="TextBox 10">
            <a:extLst>
              <a:ext uri="{FF2B5EF4-FFF2-40B4-BE49-F238E27FC236}">
                <a16:creationId xmlns:a16="http://schemas.microsoft.com/office/drawing/2014/main" id="{D3FD6600-EECC-EF4A-3AB1-19456C4C14AF}"/>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24526565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BF568-2ADA-4A97-9F80-5B864F3BD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7BFE11-CDEF-4045-B7E9-47763E008D04}"/>
              </a:ext>
            </a:extLst>
          </p:cNvPr>
          <p:cNvSpPr>
            <a:spLocks noGrp="1"/>
          </p:cNvSpPr>
          <p:nvPr>
            <p:ph idx="1"/>
          </p:nvPr>
        </p:nvSpPr>
        <p:spPr>
          <a:xfrm>
            <a:off x="5183190"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B24AA-5F80-4EC3-909E-FDBADD09D8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6108C3-1F47-411A-8634-ED861489386C}"/>
              </a:ext>
            </a:extLst>
          </p:cNvPr>
          <p:cNvSpPr>
            <a:spLocks noGrp="1"/>
          </p:cNvSpPr>
          <p:nvPr>
            <p:ph type="dt" sz="half" idx="10"/>
          </p:nvPr>
        </p:nvSpPr>
        <p:spPr/>
        <p:txBody>
          <a:bodyPr/>
          <a:lstStyle/>
          <a:p>
            <a:fld id="{B29F3AC2-2E20-4750-8195-950835C8872D}" type="datetime1">
              <a:rPr lang="en-US" smtClean="0"/>
              <a:t>10/6/26</a:t>
            </a:fld>
            <a:endParaRPr lang="en-US"/>
          </a:p>
        </p:txBody>
      </p:sp>
      <p:sp>
        <p:nvSpPr>
          <p:cNvPr id="6" name="Footer Placeholder 5">
            <a:extLst>
              <a:ext uri="{FF2B5EF4-FFF2-40B4-BE49-F238E27FC236}">
                <a16:creationId xmlns:a16="http://schemas.microsoft.com/office/drawing/2014/main" id="{24A5F98A-D697-4A9C-93B3-B40208676D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2AAB13-E120-4BF8-BD35-F1D481FD8C2F}"/>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8" name="Group 9">
            <a:extLst>
              <a:ext uri="{FF2B5EF4-FFF2-40B4-BE49-F238E27FC236}">
                <a16:creationId xmlns:a16="http://schemas.microsoft.com/office/drawing/2014/main" id="{29ED8933-7A3E-845D-7540-084BDA9E6696}"/>
              </a:ext>
            </a:extLst>
          </p:cNvPr>
          <p:cNvGrpSpPr/>
          <p:nvPr userDrawn="1"/>
        </p:nvGrpSpPr>
        <p:grpSpPr>
          <a:xfrm>
            <a:off x="0" y="0"/>
            <a:ext cx="442800" cy="6858000"/>
            <a:chOff x="0" y="0"/>
            <a:chExt cx="442800" cy="6858000"/>
          </a:xfrm>
          <a:solidFill>
            <a:schemeClr val="bg1">
              <a:lumMod val="85000"/>
            </a:schemeClr>
          </a:solidFill>
        </p:grpSpPr>
        <p:sp>
          <p:nvSpPr>
            <p:cNvPr id="9" name="Rectangle 8">
              <a:extLst>
                <a:ext uri="{FF2B5EF4-FFF2-40B4-BE49-F238E27FC236}">
                  <a16:creationId xmlns:a16="http://schemas.microsoft.com/office/drawing/2014/main" id="{8098B673-AEF5-5244-2578-F9B0BF7A3B49}"/>
                </a:ext>
              </a:extLst>
            </p:cNvPr>
            <p:cNvSpPr/>
            <p:nvPr/>
          </p:nvSpPr>
          <p:spPr bwMode="gray">
            <a:xfrm>
              <a:off x="0" y="0"/>
              <a:ext cx="442800" cy="6858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0" name="Picture 12">
              <a:extLst>
                <a:ext uri="{FF2B5EF4-FFF2-40B4-BE49-F238E27FC236}">
                  <a16:creationId xmlns:a16="http://schemas.microsoft.com/office/drawing/2014/main" id="{03CD7DF6-C41B-F171-DA26-9FECD84FD93E}"/>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grpFill/>
          </p:spPr>
        </p:pic>
      </p:grpSp>
      <p:sp>
        <p:nvSpPr>
          <p:cNvPr id="12" name="TextBox 10">
            <a:extLst>
              <a:ext uri="{FF2B5EF4-FFF2-40B4-BE49-F238E27FC236}">
                <a16:creationId xmlns:a16="http://schemas.microsoft.com/office/drawing/2014/main" id="{1EDD2AE0-CC7B-A094-5C43-108E712E4238}"/>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6650430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64D9-6AA4-4B6F-A2C7-56D30B687B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2CAFFD-BD7D-49AB-A63D-500FEFFA383F}"/>
              </a:ext>
            </a:extLst>
          </p:cNvPr>
          <p:cNvSpPr>
            <a:spLocks noGrp="1"/>
          </p:cNvSpPr>
          <p:nvPr>
            <p:ph type="pic" idx="1"/>
          </p:nvPr>
        </p:nvSpPr>
        <p:spPr>
          <a:xfrm>
            <a:off x="5183190" y="987429"/>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805283-9FB7-49B7-A7D0-2F73627FE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2C847F-29EF-447A-AE24-5367A8E94646}"/>
              </a:ext>
            </a:extLst>
          </p:cNvPr>
          <p:cNvSpPr>
            <a:spLocks noGrp="1"/>
          </p:cNvSpPr>
          <p:nvPr>
            <p:ph type="dt" sz="half" idx="10"/>
          </p:nvPr>
        </p:nvSpPr>
        <p:spPr/>
        <p:txBody>
          <a:bodyPr/>
          <a:lstStyle/>
          <a:p>
            <a:fld id="{C94EF86F-B7FD-4850-B1D3-185F3518F2D4}" type="datetime1">
              <a:rPr lang="en-US" smtClean="0"/>
              <a:t>10/6/26</a:t>
            </a:fld>
            <a:endParaRPr lang="en-US"/>
          </a:p>
        </p:txBody>
      </p:sp>
      <p:sp>
        <p:nvSpPr>
          <p:cNvPr id="6" name="Footer Placeholder 5">
            <a:extLst>
              <a:ext uri="{FF2B5EF4-FFF2-40B4-BE49-F238E27FC236}">
                <a16:creationId xmlns:a16="http://schemas.microsoft.com/office/drawing/2014/main" id="{6166BB0E-ACB5-4C17-9D45-AC10EA7A09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A0CD8-1E09-4E56-8F87-6793093B66B7}"/>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8" name="Group 9">
            <a:extLst>
              <a:ext uri="{FF2B5EF4-FFF2-40B4-BE49-F238E27FC236}">
                <a16:creationId xmlns:a16="http://schemas.microsoft.com/office/drawing/2014/main" id="{E02A0D0A-ECF4-3FB9-C168-BC93B533CF24}"/>
              </a:ext>
            </a:extLst>
          </p:cNvPr>
          <p:cNvGrpSpPr/>
          <p:nvPr userDrawn="1"/>
        </p:nvGrpSpPr>
        <p:grpSpPr>
          <a:xfrm>
            <a:off x="0" y="0"/>
            <a:ext cx="442800" cy="6858000"/>
            <a:chOff x="0" y="0"/>
            <a:chExt cx="442800" cy="6858000"/>
          </a:xfrm>
          <a:solidFill>
            <a:schemeClr val="bg1">
              <a:lumMod val="85000"/>
            </a:schemeClr>
          </a:solidFill>
        </p:grpSpPr>
        <p:sp>
          <p:nvSpPr>
            <p:cNvPr id="9" name="Rectangle 8">
              <a:extLst>
                <a:ext uri="{FF2B5EF4-FFF2-40B4-BE49-F238E27FC236}">
                  <a16:creationId xmlns:a16="http://schemas.microsoft.com/office/drawing/2014/main" id="{5510942D-FF37-F0AE-50DE-31D52ED628DF}"/>
                </a:ext>
              </a:extLst>
            </p:cNvPr>
            <p:cNvSpPr/>
            <p:nvPr/>
          </p:nvSpPr>
          <p:spPr bwMode="gray">
            <a:xfrm>
              <a:off x="0" y="0"/>
              <a:ext cx="442800" cy="6858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0" name="Picture 12">
              <a:extLst>
                <a:ext uri="{FF2B5EF4-FFF2-40B4-BE49-F238E27FC236}">
                  <a16:creationId xmlns:a16="http://schemas.microsoft.com/office/drawing/2014/main" id="{BC4FF530-3BCA-73D5-91C8-C9CE65A1A603}"/>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grpFill/>
          </p:spPr>
        </p:pic>
      </p:grpSp>
      <p:sp>
        <p:nvSpPr>
          <p:cNvPr id="12" name="TextBox 10">
            <a:extLst>
              <a:ext uri="{FF2B5EF4-FFF2-40B4-BE49-F238E27FC236}">
                <a16:creationId xmlns:a16="http://schemas.microsoft.com/office/drawing/2014/main" id="{C68FDC38-BF1B-58A4-AC4A-C1CE1FD752B9}"/>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6239425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A311E-4870-4F48-8B01-E64061CCC2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A449CF-C348-4996-893F-892E0C8FA5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F4F453-6C5F-469A-AF16-84D2C63BDC60}"/>
              </a:ext>
            </a:extLst>
          </p:cNvPr>
          <p:cNvSpPr>
            <a:spLocks noGrp="1"/>
          </p:cNvSpPr>
          <p:nvPr>
            <p:ph type="dt" sz="half" idx="10"/>
          </p:nvPr>
        </p:nvSpPr>
        <p:spPr/>
        <p:txBody>
          <a:bodyPr/>
          <a:lstStyle/>
          <a:p>
            <a:fld id="{AC0446C9-1156-4B40-9C56-E50C0E45E094}" type="datetime1">
              <a:rPr lang="en-US" smtClean="0"/>
              <a:t>10/6/26</a:t>
            </a:fld>
            <a:endParaRPr lang="en-US"/>
          </a:p>
        </p:txBody>
      </p:sp>
      <p:sp>
        <p:nvSpPr>
          <p:cNvPr id="5" name="Footer Placeholder 4">
            <a:extLst>
              <a:ext uri="{FF2B5EF4-FFF2-40B4-BE49-F238E27FC236}">
                <a16:creationId xmlns:a16="http://schemas.microsoft.com/office/drawing/2014/main" id="{2D507459-27F4-418B-809C-5F6E5F189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E13951-A932-4E3E-A7CF-77E360B3124D}"/>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7" name="Group 9">
            <a:extLst>
              <a:ext uri="{FF2B5EF4-FFF2-40B4-BE49-F238E27FC236}">
                <a16:creationId xmlns:a16="http://schemas.microsoft.com/office/drawing/2014/main" id="{62DF58AC-EA31-4F86-1B16-5CC010B6E463}"/>
              </a:ext>
            </a:extLst>
          </p:cNvPr>
          <p:cNvGrpSpPr/>
          <p:nvPr userDrawn="1"/>
        </p:nvGrpSpPr>
        <p:grpSpPr>
          <a:xfrm>
            <a:off x="0" y="0"/>
            <a:ext cx="442800" cy="6858000"/>
            <a:chOff x="0" y="0"/>
            <a:chExt cx="442800" cy="6858000"/>
          </a:xfrm>
          <a:solidFill>
            <a:schemeClr val="bg1">
              <a:lumMod val="85000"/>
            </a:schemeClr>
          </a:solidFill>
        </p:grpSpPr>
        <p:sp>
          <p:nvSpPr>
            <p:cNvPr id="8" name="Rectangle 7">
              <a:extLst>
                <a:ext uri="{FF2B5EF4-FFF2-40B4-BE49-F238E27FC236}">
                  <a16:creationId xmlns:a16="http://schemas.microsoft.com/office/drawing/2014/main" id="{5821211B-CC7B-C794-9B8D-2DB77A3C43F9}"/>
                </a:ext>
              </a:extLst>
            </p:cNvPr>
            <p:cNvSpPr/>
            <p:nvPr/>
          </p:nvSpPr>
          <p:spPr bwMode="gray">
            <a:xfrm>
              <a:off x="0" y="0"/>
              <a:ext cx="442800" cy="6858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9" name="Picture 12">
              <a:extLst>
                <a:ext uri="{FF2B5EF4-FFF2-40B4-BE49-F238E27FC236}">
                  <a16:creationId xmlns:a16="http://schemas.microsoft.com/office/drawing/2014/main" id="{961BBF5C-B205-8C9C-2DEA-CEC300B30C67}"/>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grpFill/>
          </p:spPr>
        </p:pic>
      </p:grpSp>
      <p:sp>
        <p:nvSpPr>
          <p:cNvPr id="11" name="TextBox 10">
            <a:extLst>
              <a:ext uri="{FF2B5EF4-FFF2-40B4-BE49-F238E27FC236}">
                <a16:creationId xmlns:a16="http://schemas.microsoft.com/office/drawing/2014/main" id="{979C11B8-952F-B208-BB4F-ABB5F4E66813}"/>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38120674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216A50-7A88-4132-8540-483EBB75A2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F6B8FE-2166-4CD7-B900-A50AB917D9C4}"/>
              </a:ext>
            </a:extLst>
          </p:cNvPr>
          <p:cNvSpPr>
            <a:spLocks noGrp="1"/>
          </p:cNvSpPr>
          <p:nvPr>
            <p:ph type="body" orient="vert" idx="1"/>
          </p:nvPr>
        </p:nvSpPr>
        <p:spPr>
          <a:xfrm>
            <a:off x="838202"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76A804-8ED9-49BD-9AC6-2C34244D00B1}"/>
              </a:ext>
            </a:extLst>
          </p:cNvPr>
          <p:cNvSpPr>
            <a:spLocks noGrp="1"/>
          </p:cNvSpPr>
          <p:nvPr>
            <p:ph type="dt" sz="half" idx="10"/>
          </p:nvPr>
        </p:nvSpPr>
        <p:spPr/>
        <p:txBody>
          <a:bodyPr/>
          <a:lstStyle/>
          <a:p>
            <a:fld id="{E0D6C8B9-C424-4AD0-A68E-75DB753932EA}" type="datetime1">
              <a:rPr lang="en-US" smtClean="0"/>
              <a:t>10/6/26</a:t>
            </a:fld>
            <a:endParaRPr lang="en-US"/>
          </a:p>
        </p:txBody>
      </p:sp>
      <p:sp>
        <p:nvSpPr>
          <p:cNvPr id="5" name="Footer Placeholder 4">
            <a:extLst>
              <a:ext uri="{FF2B5EF4-FFF2-40B4-BE49-F238E27FC236}">
                <a16:creationId xmlns:a16="http://schemas.microsoft.com/office/drawing/2014/main" id="{1AB9391D-8DF3-4D11-856D-5EA7DA876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19C42-A2FF-4632-9E05-56F7C5EC714A}"/>
              </a:ext>
            </a:extLst>
          </p:cNvPr>
          <p:cNvSpPr>
            <a:spLocks noGrp="1"/>
          </p:cNvSpPr>
          <p:nvPr>
            <p:ph type="sldNum" sz="quarter" idx="12"/>
          </p:nvPr>
        </p:nvSpPr>
        <p:spPr/>
        <p:txBody>
          <a:bodyPr/>
          <a:lstStyle/>
          <a:p>
            <a:fld id="{9C5C683D-CEB1-4F30-9DF4-65B979347242}" type="slidenum">
              <a:rPr lang="en-US" smtClean="0"/>
              <a:t>‹#›</a:t>
            </a:fld>
            <a:endParaRPr lang="en-US"/>
          </a:p>
        </p:txBody>
      </p:sp>
      <p:grpSp>
        <p:nvGrpSpPr>
          <p:cNvPr id="7" name="Group 9">
            <a:extLst>
              <a:ext uri="{FF2B5EF4-FFF2-40B4-BE49-F238E27FC236}">
                <a16:creationId xmlns:a16="http://schemas.microsoft.com/office/drawing/2014/main" id="{64802B0C-0A81-8E57-F1FC-66080BABD395}"/>
              </a:ext>
            </a:extLst>
          </p:cNvPr>
          <p:cNvGrpSpPr/>
          <p:nvPr userDrawn="1"/>
        </p:nvGrpSpPr>
        <p:grpSpPr>
          <a:xfrm>
            <a:off x="0" y="0"/>
            <a:ext cx="442800" cy="6858000"/>
            <a:chOff x="0" y="0"/>
            <a:chExt cx="442800" cy="6858000"/>
          </a:xfrm>
          <a:solidFill>
            <a:schemeClr val="bg1">
              <a:lumMod val="85000"/>
            </a:schemeClr>
          </a:solidFill>
        </p:grpSpPr>
        <p:sp>
          <p:nvSpPr>
            <p:cNvPr id="8" name="Rectangle 7">
              <a:extLst>
                <a:ext uri="{FF2B5EF4-FFF2-40B4-BE49-F238E27FC236}">
                  <a16:creationId xmlns:a16="http://schemas.microsoft.com/office/drawing/2014/main" id="{F6697E14-F0E8-EBC1-A985-8AB0CE0925FA}"/>
                </a:ext>
              </a:extLst>
            </p:cNvPr>
            <p:cNvSpPr/>
            <p:nvPr/>
          </p:nvSpPr>
          <p:spPr bwMode="gray">
            <a:xfrm>
              <a:off x="0" y="0"/>
              <a:ext cx="442800" cy="6858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9" name="Picture 12">
              <a:extLst>
                <a:ext uri="{FF2B5EF4-FFF2-40B4-BE49-F238E27FC236}">
                  <a16:creationId xmlns:a16="http://schemas.microsoft.com/office/drawing/2014/main" id="{D7771474-0D30-0C6B-C87D-FC993DC65CDE}"/>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grpFill/>
          </p:spPr>
        </p:pic>
      </p:grpSp>
      <p:sp>
        <p:nvSpPr>
          <p:cNvPr id="12" name="TextBox 10">
            <a:extLst>
              <a:ext uri="{FF2B5EF4-FFF2-40B4-BE49-F238E27FC236}">
                <a16:creationId xmlns:a16="http://schemas.microsoft.com/office/drawing/2014/main" id="{B5947138-85BE-D3E5-D166-4385D6C49E13}"/>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Tree>
    <p:extLst>
      <p:ext uri="{BB962C8B-B14F-4D97-AF65-F5344CB8AC3E}">
        <p14:creationId xmlns:p14="http://schemas.microsoft.com/office/powerpoint/2010/main" val="4214862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_Title Slide Picture, NEW">
    <p:spTree>
      <p:nvGrpSpPr>
        <p:cNvPr id="1" name=""/>
        <p:cNvGrpSpPr/>
        <p:nvPr/>
      </p:nvGrpSpPr>
      <p:grpSpPr>
        <a:xfrm>
          <a:off x="0" y="0"/>
          <a:ext cx="0" cy="0"/>
          <a:chOff x="0" y="0"/>
          <a:chExt cx="0" cy="0"/>
        </a:xfrm>
      </p:grpSpPr>
      <p:sp>
        <p:nvSpPr>
          <p:cNvPr id="8" name="Picture Placeholder 2"/>
          <p:cNvSpPr>
            <a:spLocks noGrp="1" noChangeAspect="1"/>
          </p:cNvSpPr>
          <p:nvPr>
            <p:ph type="pic" sz="quarter" idx="11"/>
          </p:nvPr>
        </p:nvSpPr>
        <p:spPr>
          <a:xfrm>
            <a:off x="0" y="0"/>
            <a:ext cx="12192000" cy="5676900"/>
          </a:xfrm>
          <a:custGeom>
            <a:avLst/>
            <a:gdLst>
              <a:gd name="connsiteX0" fmla="*/ 0 w 9144000"/>
              <a:gd name="connsiteY0" fmla="*/ 0 h 5143500"/>
              <a:gd name="connsiteX1" fmla="*/ 9144000 w 9144000"/>
              <a:gd name="connsiteY1" fmla="*/ 0 h 5143500"/>
              <a:gd name="connsiteX2" fmla="*/ 9144000 w 9144000"/>
              <a:gd name="connsiteY2" fmla="*/ 2413448 h 5143500"/>
              <a:gd name="connsiteX3" fmla="*/ 432000 w 9144000"/>
              <a:gd name="connsiteY3" fmla="*/ 2413448 h 5143500"/>
              <a:gd name="connsiteX4" fmla="*/ 9144000 w 9144000"/>
              <a:gd name="connsiteY4" fmla="*/ 2438648 h 5143500"/>
              <a:gd name="connsiteX5" fmla="*/ 9144000 w 9144000"/>
              <a:gd name="connsiteY5" fmla="*/ 5143500 h 5143500"/>
              <a:gd name="connsiteX6" fmla="*/ 0 w 9144000"/>
              <a:gd name="connsiteY6" fmla="*/ 5143500 h 5143500"/>
              <a:gd name="connsiteX7" fmla="*/ 0 w 9144000"/>
              <a:gd name="connsiteY7" fmla="*/ 0 h 5143500"/>
              <a:gd name="connsiteX0" fmla="*/ 0 w 9144000"/>
              <a:gd name="connsiteY0" fmla="*/ 0 h 5143500"/>
              <a:gd name="connsiteX1" fmla="*/ 9144000 w 9144000"/>
              <a:gd name="connsiteY1" fmla="*/ 0 h 5143500"/>
              <a:gd name="connsiteX2" fmla="*/ 9144000 w 9144000"/>
              <a:gd name="connsiteY2" fmla="*/ 2413448 h 5143500"/>
              <a:gd name="connsiteX3" fmla="*/ 9144000 w 9144000"/>
              <a:gd name="connsiteY3" fmla="*/ 2438648 h 5143500"/>
              <a:gd name="connsiteX4" fmla="*/ 9144000 w 9144000"/>
              <a:gd name="connsiteY4" fmla="*/ 5143500 h 5143500"/>
              <a:gd name="connsiteX5" fmla="*/ 0 w 9144000"/>
              <a:gd name="connsiteY5" fmla="*/ 5143500 h 5143500"/>
              <a:gd name="connsiteX6" fmla="*/ 0 w 9144000"/>
              <a:gd name="connsiteY6" fmla="*/ 0 h 5143500"/>
              <a:gd name="connsiteX0" fmla="*/ 0 w 9144000"/>
              <a:gd name="connsiteY0" fmla="*/ 0 h 5143500"/>
              <a:gd name="connsiteX1" fmla="*/ 9144000 w 9144000"/>
              <a:gd name="connsiteY1" fmla="*/ 0 h 5143500"/>
              <a:gd name="connsiteX2" fmla="*/ 9144000 w 9144000"/>
              <a:gd name="connsiteY2" fmla="*/ 2413448 h 5143500"/>
              <a:gd name="connsiteX3" fmla="*/ 9144000 w 9144000"/>
              <a:gd name="connsiteY3" fmla="*/ 5143500 h 5143500"/>
              <a:gd name="connsiteX4" fmla="*/ 0 w 9144000"/>
              <a:gd name="connsiteY4" fmla="*/ 5143500 h 5143500"/>
              <a:gd name="connsiteX5" fmla="*/ 0 w 9144000"/>
              <a:gd name="connsiteY5" fmla="*/ 0 h 5143500"/>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 name="connsiteX4" fmla="*/ 0 w 9144000"/>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143500">
                <a:moveTo>
                  <a:pt x="0" y="0"/>
                </a:moveTo>
                <a:lnTo>
                  <a:pt x="9144000" y="0"/>
                </a:lnTo>
                <a:lnTo>
                  <a:pt x="9144000" y="5143500"/>
                </a:lnTo>
                <a:lnTo>
                  <a:pt x="0" y="5143500"/>
                </a:lnTo>
                <a:lnTo>
                  <a:pt x="0" y="0"/>
                </a:lnTo>
                <a:close/>
              </a:path>
            </a:pathLst>
          </a:custGeom>
          <a:solidFill>
            <a:schemeClr val="bg1">
              <a:lumMod val="95000"/>
            </a:schemeClr>
          </a:solidFill>
        </p:spPr>
        <p:txBody>
          <a:bodyPr tIns="108000" anchor="t" anchorCtr="1"/>
          <a:lstStyle>
            <a:lvl1pPr marL="0" indent="0" algn="ctr">
              <a:buNone/>
              <a:defRPr sz="1800" i="1"/>
            </a:lvl1pPr>
          </a:lstStyle>
          <a:p>
            <a:r>
              <a:rPr lang="en-US"/>
              <a:t>Click icon to add picture</a:t>
            </a:r>
          </a:p>
        </p:txBody>
      </p:sp>
      <p:sp>
        <p:nvSpPr>
          <p:cNvPr id="13" name="White Banner (50%)( Text Box placeholder)"/>
          <p:cNvSpPr>
            <a:spLocks noGrp="1"/>
          </p:cNvSpPr>
          <p:nvPr>
            <p:ph type="body" sz="quarter" idx="14" hasCustomPrompt="1"/>
          </p:nvPr>
        </p:nvSpPr>
        <p:spPr>
          <a:xfrm>
            <a:off x="1" y="3562350"/>
            <a:ext cx="12191998" cy="2114550"/>
          </a:xfrm>
          <a:solidFill>
            <a:schemeClr val="bg1">
              <a:alpha val="50000"/>
            </a:schemeClr>
          </a:solidFill>
        </p:spPr>
        <p:txBody>
          <a:bodyPr lIns="91440" anchor="ctr" anchorCtr="0"/>
          <a:lstStyle>
            <a:lvl1pPr marL="0" indent="0">
              <a:buNone/>
              <a:defRPr i="1" baseline="0">
                <a:solidFill>
                  <a:schemeClr val="bg1"/>
                </a:solidFill>
              </a:defRPr>
            </a:lvl1pPr>
          </a:lstStyle>
          <a:p>
            <a:pPr lvl="0"/>
            <a:r>
              <a:rPr lang="en-US"/>
              <a:t> </a:t>
            </a:r>
          </a:p>
        </p:txBody>
      </p:sp>
      <p:sp>
        <p:nvSpPr>
          <p:cNvPr id="16" name="Blue Banner ( Text Box placeholder)"/>
          <p:cNvSpPr>
            <a:spLocks noGrp="1"/>
          </p:cNvSpPr>
          <p:nvPr>
            <p:ph type="body" sz="quarter" idx="13" hasCustomPrompt="1"/>
          </p:nvPr>
        </p:nvSpPr>
        <p:spPr>
          <a:xfrm>
            <a:off x="1771650" y="5353920"/>
            <a:ext cx="10436225" cy="322980"/>
          </a:xfrm>
          <a:gradFill>
            <a:gsLst>
              <a:gs pos="0">
                <a:srgbClr val="0800B9"/>
              </a:gs>
              <a:gs pos="100000">
                <a:srgbClr val="009EE3"/>
              </a:gs>
            </a:gsLst>
            <a:lin ang="0" scaled="1"/>
          </a:gradFill>
        </p:spPr>
        <p:txBody>
          <a:bodyPr lIns="18288" anchor="ctr" anchorCtr="0"/>
          <a:lstStyle>
            <a:lvl1pPr marL="0" indent="0">
              <a:buNone/>
              <a:defRPr i="1" baseline="0">
                <a:solidFill>
                  <a:schemeClr val="bg1"/>
                </a:solidFill>
              </a:defRPr>
            </a:lvl1pPr>
          </a:lstStyle>
          <a:p>
            <a:pPr lvl="0"/>
            <a:r>
              <a:rPr lang="en-US"/>
              <a:t>  </a:t>
            </a:r>
          </a:p>
        </p:txBody>
      </p:sp>
      <p:sp>
        <p:nvSpPr>
          <p:cNvPr id="3" name="Subtitle 4"/>
          <p:cNvSpPr>
            <a:spLocks noGrp="1"/>
          </p:cNvSpPr>
          <p:nvPr userDrawn="1">
            <p:ph type="subTitle" idx="1" hasCustomPrompt="1"/>
          </p:nvPr>
        </p:nvSpPr>
        <p:spPr bwMode="gray">
          <a:xfrm>
            <a:off x="1762126" y="4918494"/>
            <a:ext cx="10314262" cy="396000"/>
          </a:xfrm>
          <a:noFill/>
          <a:ln>
            <a:noFill/>
          </a:ln>
        </p:spPr>
        <p:txBody>
          <a:bodyPr lIns="18288" bIns="0" anchor="b" anchorCtr="0">
            <a:noAutofit/>
          </a:bodyPr>
          <a:lstStyle>
            <a:lvl1pPr marL="0" indent="0" algn="l">
              <a:spcBef>
                <a:spcPts val="0"/>
              </a:spcBef>
              <a:buNone/>
              <a:defRPr sz="1700" b="1" i="0" baseline="0">
                <a:solidFill>
                  <a:schemeClr val="accent1"/>
                </a:solidFill>
                <a:latin typeface="Gotham Light" panose="02000603030000020004" pitchFamily="2" charset="0"/>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here to edit subtitle</a:t>
            </a:r>
          </a:p>
        </p:txBody>
      </p:sp>
      <p:sp>
        <p:nvSpPr>
          <p:cNvPr id="10" name="Title 3"/>
          <p:cNvSpPr>
            <a:spLocks noGrp="1"/>
          </p:cNvSpPr>
          <p:nvPr>
            <p:ph type="ctrTitle" hasCustomPrompt="1"/>
          </p:nvPr>
        </p:nvSpPr>
        <p:spPr>
          <a:xfrm>
            <a:off x="1762125" y="3581400"/>
            <a:ext cx="10314261" cy="1273474"/>
          </a:xfrm>
        </p:spPr>
        <p:txBody>
          <a:bodyPr anchor="b" anchorCtr="0">
            <a:normAutofit/>
          </a:bodyPr>
          <a:lstStyle>
            <a:lvl1pPr marL="0" indent="0">
              <a:lnSpc>
                <a:spcPct val="100000"/>
              </a:lnSpc>
              <a:spcBef>
                <a:spcPts val="0"/>
              </a:spcBef>
              <a:spcAft>
                <a:spcPts val="600"/>
              </a:spcAft>
              <a:defRPr sz="2800" b="1" i="0" cap="all" baseline="0">
                <a:solidFill>
                  <a:schemeClr val="accent1"/>
                </a:solidFill>
                <a:latin typeface="Gotham Light" panose="02000603030000020004" pitchFamily="2" charset="0"/>
              </a:defRPr>
            </a:lvl1pPr>
          </a:lstStyle>
          <a:p>
            <a:r>
              <a:rPr lang="en-US"/>
              <a:t>CLICK TO EDIT</a:t>
            </a:r>
            <a:br>
              <a:rPr lang="en-US"/>
            </a:br>
            <a:r>
              <a:rPr lang="en-US"/>
              <a:t>MASTER TITLE STYLE</a:t>
            </a:r>
          </a:p>
        </p:txBody>
      </p:sp>
    </p:spTree>
    <p:extLst>
      <p:ext uri="{BB962C8B-B14F-4D97-AF65-F5344CB8AC3E}">
        <p14:creationId xmlns:p14="http://schemas.microsoft.com/office/powerpoint/2010/main" val="2591631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D52CE46-9294-1D30-D4B5-DC4F8F8D0F5D}"/>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5" name="Footer Placeholder 4">
            <a:extLst>
              <a:ext uri="{FF2B5EF4-FFF2-40B4-BE49-F238E27FC236}">
                <a16:creationId xmlns:a16="http://schemas.microsoft.com/office/drawing/2014/main" id="{84019034-28B7-2428-B4E8-894BC882A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501BEE-A86D-C191-FDB6-AB1BE7C45997}"/>
              </a:ext>
            </a:extLst>
          </p:cNvPr>
          <p:cNvSpPr>
            <a:spLocks noGrp="1"/>
          </p:cNvSpPr>
          <p:nvPr>
            <p:ph type="sldNum" sz="quarter" idx="12"/>
          </p:nvPr>
        </p:nvSpPr>
        <p:spPr/>
        <p:txBody>
          <a:bodyPr/>
          <a:lstStyle/>
          <a:p>
            <a:fld id="{63D9AD2D-2FD3-47AF-A2DC-F6453E70D678}" type="slidenum">
              <a:rPr lang="en-US" smtClean="0"/>
              <a:t>‹#›</a:t>
            </a:fld>
            <a:endParaRPr lang="en-US"/>
          </a:p>
        </p:txBody>
      </p:sp>
      <p:sp>
        <p:nvSpPr>
          <p:cNvPr id="8" name="SmartArt Placeholder 7">
            <a:extLst>
              <a:ext uri="{FF2B5EF4-FFF2-40B4-BE49-F238E27FC236}">
                <a16:creationId xmlns:a16="http://schemas.microsoft.com/office/drawing/2014/main" id="{7135645E-794B-D649-6866-C026AD05424A}"/>
              </a:ext>
            </a:extLst>
          </p:cNvPr>
          <p:cNvSpPr>
            <a:spLocks noGrp="1"/>
          </p:cNvSpPr>
          <p:nvPr>
            <p:ph type="dgm" sz="quarter" idx="13"/>
          </p:nvPr>
        </p:nvSpPr>
        <p:spPr>
          <a:xfrm>
            <a:off x="1089602" y="1600200"/>
            <a:ext cx="9850438" cy="3462251"/>
          </a:xfrm>
        </p:spPr>
        <p:txBody>
          <a:bodyPr/>
          <a:lstStyle/>
          <a:p>
            <a:endParaRPr lang="en-US"/>
          </a:p>
        </p:txBody>
      </p:sp>
      <p:sp>
        <p:nvSpPr>
          <p:cNvPr id="9" name="Title 1">
            <a:extLst>
              <a:ext uri="{FF2B5EF4-FFF2-40B4-BE49-F238E27FC236}">
                <a16:creationId xmlns:a16="http://schemas.microsoft.com/office/drawing/2014/main" id="{9C3D31C5-5B47-C32F-9CBD-C2FBDDE26170}"/>
              </a:ext>
            </a:extLst>
          </p:cNvPr>
          <p:cNvSpPr>
            <a:spLocks noGrp="1"/>
          </p:cNvSpPr>
          <p:nvPr>
            <p:ph type="title" hasCustomPrompt="1"/>
          </p:nvPr>
        </p:nvSpPr>
        <p:spPr>
          <a:xfrm>
            <a:off x="407988" y="304800"/>
            <a:ext cx="8521700" cy="625475"/>
          </a:xfrm>
          <a:prstGeom prst="rect">
            <a:avLst/>
          </a:prstGeom>
        </p:spPr>
        <p:txBody>
          <a:bodyPr>
            <a:normAutofit fontScale="90000"/>
          </a:bodyPr>
          <a:lstStyle>
            <a:lvl1pPr>
              <a:defRPr sz="4000">
                <a:solidFill>
                  <a:schemeClr val="accent1"/>
                </a:solidFill>
              </a:defRPr>
            </a:lvl1pPr>
          </a:lstStyle>
          <a:p>
            <a:r>
              <a:rPr lang="en-US">
                <a:solidFill>
                  <a:srgbClr val="306CB3"/>
                </a:solidFill>
              </a:rPr>
              <a:t>Engagement</a:t>
            </a:r>
          </a:p>
        </p:txBody>
      </p:sp>
    </p:spTree>
    <p:extLst>
      <p:ext uri="{BB962C8B-B14F-4D97-AF65-F5344CB8AC3E}">
        <p14:creationId xmlns:p14="http://schemas.microsoft.com/office/powerpoint/2010/main" val="3691493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198D1-6F90-84BE-4165-4080DC88C398}"/>
              </a:ext>
            </a:extLst>
          </p:cNvPr>
          <p:cNvSpPr>
            <a:spLocks noGrp="1"/>
          </p:cNvSpPr>
          <p:nvPr>
            <p:ph type="title"/>
          </p:nvPr>
        </p:nvSpPr>
        <p:spPr>
          <a:xfrm>
            <a:off x="838200" y="365125"/>
            <a:ext cx="10515600" cy="1325563"/>
          </a:xfrm>
          <a:prstGeom prst="rect">
            <a:avLst/>
          </a:prstGeom>
        </p:spPr>
        <p:txBody>
          <a:bodyPr/>
          <a:lstStyle>
            <a:lvl1pPr>
              <a:defRPr>
                <a:latin typeface="Source Sans Pro" panose="020B0503030403020204" pitchFamily="34" charset="0"/>
                <a:ea typeface="Source Sans Pro" panose="020B0503030403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0679632-50D1-540E-BDFE-452CCCA49D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FDB06-BD8D-DE3A-F17D-146987048D34}"/>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5" name="Footer Placeholder 4">
            <a:extLst>
              <a:ext uri="{FF2B5EF4-FFF2-40B4-BE49-F238E27FC236}">
                <a16:creationId xmlns:a16="http://schemas.microsoft.com/office/drawing/2014/main" id="{0B197F60-346A-FBE8-501B-CD840974C2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9E3E13-81D9-AF5A-A542-787A8BADA35F}"/>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914183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04B3F-4260-8AA6-D127-6357A99EF434}"/>
              </a:ext>
            </a:extLst>
          </p:cNvPr>
          <p:cNvSpPr>
            <a:spLocks noGrp="1"/>
          </p:cNvSpPr>
          <p:nvPr>
            <p:ph type="title"/>
          </p:nvPr>
        </p:nvSpPr>
        <p:spPr>
          <a:xfrm>
            <a:off x="831850" y="1709738"/>
            <a:ext cx="10515600" cy="2852737"/>
          </a:xfrm>
          <a:prstGeom prst="rect">
            <a:avLst/>
          </a:prstGeom>
        </p:spPr>
        <p:txBody>
          <a:bodyPr anchor="b"/>
          <a:lstStyle>
            <a:lvl1pPr>
              <a:defRPr sz="6000">
                <a:latin typeface="Source Sans Pro" panose="020B0503030403020204" pitchFamily="34" charset="0"/>
                <a:ea typeface="Source Sans Pro" panose="020B0503030403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C3527AA1-0CF1-7C97-BC2F-CEB4289C9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6A1433-8986-9B9B-F954-8D44340C5262}"/>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5" name="Footer Placeholder 4">
            <a:extLst>
              <a:ext uri="{FF2B5EF4-FFF2-40B4-BE49-F238E27FC236}">
                <a16:creationId xmlns:a16="http://schemas.microsoft.com/office/drawing/2014/main" id="{B5752310-D015-D27F-6BF8-CE69B0E74A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F0CE0F-AB73-28CC-02F6-AD23DD2A8BA6}"/>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2287563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BE00C-9F94-161F-08C5-5E077578F48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E34CC9B-3483-76D2-6192-8E10CF2329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25582D-92D5-8212-E821-F5B01CE07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7F0D4D-00F7-954C-DF1F-DB7E07EFA5EC}"/>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6" name="Footer Placeholder 5">
            <a:extLst>
              <a:ext uri="{FF2B5EF4-FFF2-40B4-BE49-F238E27FC236}">
                <a16:creationId xmlns:a16="http://schemas.microsoft.com/office/drawing/2014/main" id="{B368324C-8571-B831-EC62-9E4CF58E30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A15ADB-0EFF-539F-4624-E10A69B56646}"/>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9175565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7E2B4-CB47-4466-A005-9749C7D10B2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592B5BB-C0FC-F9F3-F738-6A0699DF8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265DB9-D319-9AC5-C2B7-166E2C7C0E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313DD-B99A-BCB1-7C81-A6871A6A71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883A1D-85A6-A7FB-DE3B-D07E6BEAD0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0A048C-0089-407D-C246-7275F1576D04}"/>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8" name="Footer Placeholder 7">
            <a:extLst>
              <a:ext uri="{FF2B5EF4-FFF2-40B4-BE49-F238E27FC236}">
                <a16:creationId xmlns:a16="http://schemas.microsoft.com/office/drawing/2014/main" id="{4586E8A6-2DF9-6A11-4CB3-12771F0DB6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5A8044-D9E3-1A38-BCCA-4C2B0CB3BCDE}"/>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1896709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8075-75AC-9A98-AD00-C431A325520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DFAAC63-3256-4576-1101-7BAA931230B4}"/>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4" name="Footer Placeholder 3">
            <a:extLst>
              <a:ext uri="{FF2B5EF4-FFF2-40B4-BE49-F238E27FC236}">
                <a16:creationId xmlns:a16="http://schemas.microsoft.com/office/drawing/2014/main" id="{8E11ECC1-E386-A0AE-8046-74AB2EB06F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D79B0F-9C23-3D8C-347B-A01EB0083823}"/>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684404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934C82-AC0E-2CA8-91D9-218430CC19E8}"/>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3" name="Footer Placeholder 2">
            <a:extLst>
              <a:ext uri="{FF2B5EF4-FFF2-40B4-BE49-F238E27FC236}">
                <a16:creationId xmlns:a16="http://schemas.microsoft.com/office/drawing/2014/main" id="{79B86AC7-2111-4BDC-FCE8-ED2793779B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FD8ACF-A910-091F-2627-8066EF43B988}"/>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4946176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299B2-E1A2-2215-894B-124149AEB6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741ACC-9549-5572-AAD0-8DEC54BAE1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71D5CB-FBA1-27CB-F979-3AD272251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49EAEB-C57C-77D3-0F4F-344C16FE06AB}"/>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6" name="Footer Placeholder 5">
            <a:extLst>
              <a:ext uri="{FF2B5EF4-FFF2-40B4-BE49-F238E27FC236}">
                <a16:creationId xmlns:a16="http://schemas.microsoft.com/office/drawing/2014/main" id="{E7EA91DF-A933-96C3-87A3-6060D662C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AE29B8-4A37-9BC1-5E09-58470D5F9341}"/>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25476021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41868-B113-B108-8076-01A19E843E6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506588-C874-C377-5333-13BBE354C7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A1E562-E9A0-2623-F71F-9F3043D045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0E4135-6310-C409-0F54-9070C64B09BB}"/>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6" name="Footer Placeholder 5">
            <a:extLst>
              <a:ext uri="{FF2B5EF4-FFF2-40B4-BE49-F238E27FC236}">
                <a16:creationId xmlns:a16="http://schemas.microsoft.com/office/drawing/2014/main" id="{7540E615-733F-B447-6AF8-50EC34D2B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CE64B-6CA8-E1F6-05D0-CCE44E7B1C75}"/>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26906470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7934-9E17-4B89-FAB9-49F719728E7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7F2B4B-EABC-6343-DB46-A437ECA36E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2DF8B6-785D-C575-458D-70135FACF04E}"/>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5" name="Footer Placeholder 4">
            <a:extLst>
              <a:ext uri="{FF2B5EF4-FFF2-40B4-BE49-F238E27FC236}">
                <a16:creationId xmlns:a16="http://schemas.microsoft.com/office/drawing/2014/main" id="{0645D773-753F-FDE9-FC7B-3071654FB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545939-312C-955D-37F5-CC88E23E46FB}"/>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1815433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F2843D-432F-C5CE-0453-FCA45ABB4D1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EF208F-10C0-5C0D-499B-3231E3A957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B57C98-D2C4-EE21-ADF1-15FDA1F9CE56}"/>
              </a:ext>
            </a:extLst>
          </p:cNvPr>
          <p:cNvSpPr>
            <a:spLocks noGrp="1"/>
          </p:cNvSpPr>
          <p:nvPr>
            <p:ph type="dt" sz="half" idx="10"/>
          </p:nvPr>
        </p:nvSpPr>
        <p:spPr/>
        <p:txBody>
          <a:bodyPr/>
          <a:lstStyle/>
          <a:p>
            <a:fld id="{D35F2662-0418-4A2D-A1F8-72EFEFC56C6B}" type="datetimeFigureOut">
              <a:rPr lang="en-US" smtClean="0"/>
              <a:t>10/6/26</a:t>
            </a:fld>
            <a:endParaRPr lang="en-US"/>
          </a:p>
        </p:txBody>
      </p:sp>
      <p:sp>
        <p:nvSpPr>
          <p:cNvPr id="5" name="Footer Placeholder 4">
            <a:extLst>
              <a:ext uri="{FF2B5EF4-FFF2-40B4-BE49-F238E27FC236}">
                <a16:creationId xmlns:a16="http://schemas.microsoft.com/office/drawing/2014/main" id="{F1FCA37C-BB56-733E-394B-F32DB0FD99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FA20A-7126-91BA-3189-311C1DD4AE25}"/>
              </a:ext>
            </a:extLst>
          </p:cNvPr>
          <p:cNvSpPr>
            <a:spLocks noGrp="1"/>
          </p:cNvSpPr>
          <p:nvPr>
            <p:ph type="sldNum" sz="quarter" idx="12"/>
          </p:nvPr>
        </p:nvSpPr>
        <p:spPr/>
        <p:txBody>
          <a:bodyPr/>
          <a:lstStyle/>
          <a:p>
            <a:fld id="{63D9AD2D-2FD3-47AF-A2DC-F6453E70D678}" type="slidenum">
              <a:rPr lang="en-US" smtClean="0"/>
              <a:t>‹#›</a:t>
            </a:fld>
            <a:endParaRPr lang="en-US"/>
          </a:p>
        </p:txBody>
      </p:sp>
    </p:spTree>
    <p:extLst>
      <p:ext uri="{BB962C8B-B14F-4D97-AF65-F5344CB8AC3E}">
        <p14:creationId xmlns:p14="http://schemas.microsoft.com/office/powerpoint/2010/main" val="2004983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 Target="../slides/slide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5.pn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58AA7F-BC72-40B9-9F24-134E47076EFE}"/>
              </a:ext>
            </a:extLst>
          </p:cNvPr>
          <p:cNvSpPr>
            <a:spLocks noGrp="1"/>
          </p:cNvSpPr>
          <p:nvPr>
            <p:ph type="title"/>
          </p:nvPr>
        </p:nvSpPr>
        <p:spPr>
          <a:xfrm>
            <a:off x="838201" y="325452"/>
            <a:ext cx="8591549" cy="617530"/>
          </a:xfrm>
          <a:prstGeom prst="rect">
            <a:avLst/>
          </a:prstGeom>
        </p:spPr>
        <p:txBody>
          <a:bodyPr vert="horz" lIns="91440" tIns="45720" rIns="91440" bIns="45720" rtlCol="0" anchor="ctr">
            <a:noAutofit/>
          </a:bodyPr>
          <a:lstStyle/>
          <a:p>
            <a:r>
              <a:rPr lang="en-US">
                <a:solidFill>
                  <a:srgbClr val="306CB3"/>
                </a:solidFill>
              </a:rPr>
              <a:t>Title</a:t>
            </a:r>
            <a:endParaRPr lang="en-US"/>
          </a:p>
        </p:txBody>
      </p:sp>
      <p:sp>
        <p:nvSpPr>
          <p:cNvPr id="3" name="Text Placeholder 2">
            <a:extLst>
              <a:ext uri="{FF2B5EF4-FFF2-40B4-BE49-F238E27FC236}">
                <a16:creationId xmlns:a16="http://schemas.microsoft.com/office/drawing/2014/main" id="{8268B551-019E-4D66-8CB4-C7CB7727A520}"/>
              </a:ext>
            </a:extLst>
          </p:cNvPr>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Click to add text</a:t>
            </a:r>
          </a:p>
        </p:txBody>
      </p:sp>
      <p:sp>
        <p:nvSpPr>
          <p:cNvPr id="4" name="Date Placeholder 3">
            <a:extLst>
              <a:ext uri="{FF2B5EF4-FFF2-40B4-BE49-F238E27FC236}">
                <a16:creationId xmlns:a16="http://schemas.microsoft.com/office/drawing/2014/main" id="{43626827-5EE5-4E8D-B85C-48C2F66995C4}"/>
              </a:ext>
            </a:extLst>
          </p:cNvPr>
          <p:cNvSpPr>
            <a:spLocks noGrp="1"/>
          </p:cNvSpPr>
          <p:nvPr>
            <p:ph type="dt" sz="half" idx="2"/>
          </p:nvPr>
        </p:nvSpPr>
        <p:spPr>
          <a:xfrm>
            <a:off x="838201" y="6356354"/>
            <a:ext cx="2743200" cy="365125"/>
          </a:xfrm>
          <a:prstGeom prst="rect">
            <a:avLst/>
          </a:prstGeom>
        </p:spPr>
        <p:txBody>
          <a:bodyPr vert="horz" lIns="91440" tIns="45720" rIns="91440" bIns="45720" rtlCol="0" anchor="ctr"/>
          <a:lstStyle>
            <a:lvl1pPr algn="l">
              <a:defRPr sz="1200">
                <a:solidFill>
                  <a:schemeClr val="tx1">
                    <a:tint val="75000"/>
                  </a:schemeClr>
                </a:solidFill>
                <a:latin typeface="Source Sans Pro" panose="020B0503030403020204" pitchFamily="34" charset="0"/>
                <a:ea typeface="Source Sans Pro" panose="020B0503030403020204" pitchFamily="34" charset="0"/>
              </a:defRPr>
            </a:lvl1pPr>
          </a:lstStyle>
          <a:p>
            <a:fld id="{FC52AFA2-AAE8-4E07-B1BA-1561887BBE22}" type="datetime1">
              <a:rPr lang="en-US" smtClean="0"/>
              <a:t>10/6/26</a:t>
            </a:fld>
            <a:endParaRPr lang="en-US"/>
          </a:p>
        </p:txBody>
      </p:sp>
      <p:sp>
        <p:nvSpPr>
          <p:cNvPr id="5" name="Footer Placeholder 4">
            <a:extLst>
              <a:ext uri="{FF2B5EF4-FFF2-40B4-BE49-F238E27FC236}">
                <a16:creationId xmlns:a16="http://schemas.microsoft.com/office/drawing/2014/main" id="{3472BA57-D4BF-46EB-94EC-9ACB314C5E87}"/>
              </a:ext>
            </a:extLst>
          </p:cNvPr>
          <p:cNvSpPr>
            <a:spLocks noGrp="1"/>
          </p:cNvSpPr>
          <p:nvPr>
            <p:ph type="ftr" sz="quarter" idx="3"/>
          </p:nvPr>
        </p:nvSpPr>
        <p:spPr>
          <a:xfrm>
            <a:off x="4038601" y="6356354"/>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ource Sans Pro" panose="020B0503030403020204" pitchFamily="34" charset="0"/>
                <a:ea typeface="Source Sans Pro" panose="020B0503030403020204" pitchFamily="34" charset="0"/>
              </a:defRPr>
            </a:lvl1pPr>
          </a:lstStyle>
          <a:p>
            <a:endParaRPr lang="en-US"/>
          </a:p>
        </p:txBody>
      </p:sp>
      <p:sp>
        <p:nvSpPr>
          <p:cNvPr id="6" name="Slide Number Placeholder 5">
            <a:extLst>
              <a:ext uri="{FF2B5EF4-FFF2-40B4-BE49-F238E27FC236}">
                <a16:creationId xmlns:a16="http://schemas.microsoft.com/office/drawing/2014/main" id="{D4DE2B3E-B477-4B06-8197-FACA0ABF384A}"/>
              </a:ext>
            </a:extLst>
          </p:cNvPr>
          <p:cNvSpPr>
            <a:spLocks noGrp="1"/>
          </p:cNvSpPr>
          <p:nvPr>
            <p:ph type="sldNum" sz="quarter" idx="4"/>
          </p:nvPr>
        </p:nvSpPr>
        <p:spPr>
          <a:xfrm>
            <a:off x="10972534" y="529915"/>
            <a:ext cx="345275" cy="302241"/>
          </a:xfrm>
          <a:prstGeom prst="rect">
            <a:avLst/>
          </a:prstGeom>
          <a:noFill/>
          <a:ln w="1626" cap="flat">
            <a:noFill/>
            <a:prstDash val="solid"/>
            <a:miter/>
          </a:ln>
          <a:effectLst>
            <a:softEdge rad="0"/>
          </a:effectLst>
        </p:spPr>
        <p:txBody>
          <a:bodyPr vert="horz" lIns="91440" tIns="45720" rIns="91440" bIns="45720" rtlCol="0" anchor="ctr"/>
          <a:lstStyle>
            <a:lvl1pPr algn="ctr">
              <a:defRPr sz="1200">
                <a:solidFill>
                  <a:schemeClr val="tx1">
                    <a:tint val="75000"/>
                  </a:schemeClr>
                </a:solidFill>
                <a:latin typeface="Source Sans Pro" panose="020B0503030403020204" pitchFamily="34" charset="0"/>
                <a:ea typeface="Source Sans Pro" panose="020B0503030403020204" pitchFamily="34" charset="0"/>
              </a:defRPr>
            </a:lvl1pPr>
          </a:lstStyle>
          <a:p>
            <a:fld id="{9C5C683D-CEB1-4F30-9DF4-65B979347242}" type="slidenum">
              <a:rPr lang="en-US" smtClean="0"/>
              <a:pPr/>
              <a:t>‹#›</a:t>
            </a:fld>
            <a:endParaRPr lang="en-US"/>
          </a:p>
        </p:txBody>
      </p:sp>
      <p:pic>
        <p:nvPicPr>
          <p:cNvPr id="15" name="Button - aanbiedingsbrief">
            <a:hlinkClick r:id="rId22" action="ppaction://hlinksldjump"/>
            <a:extLst>
              <a:ext uri="{FF2B5EF4-FFF2-40B4-BE49-F238E27FC236}">
                <a16:creationId xmlns:a16="http://schemas.microsoft.com/office/drawing/2014/main" id="{EF01800F-F5B8-4410-8B6A-D8F87EF2AB98}"/>
              </a:ext>
            </a:extLst>
          </p:cNvPr>
          <p:cNvPicPr>
            <a:picLocks noChangeAspect="1"/>
          </p:cNvPicPr>
          <p:nvPr userDrawn="1"/>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693022" y="546036"/>
            <a:ext cx="269999" cy="270000"/>
          </a:xfrm>
          <a:prstGeom prst="rect">
            <a:avLst/>
          </a:prstGeom>
        </p:spPr>
      </p:pic>
      <p:sp>
        <p:nvSpPr>
          <p:cNvPr id="16" name="Button - volgende pagina">
            <a:hlinkClick r:id="" action="ppaction://hlinkshowjump?jump=nextslide"/>
            <a:extLst>
              <a:ext uri="{FF2B5EF4-FFF2-40B4-BE49-F238E27FC236}">
                <a16:creationId xmlns:a16="http://schemas.microsoft.com/office/drawing/2014/main" id="{43CCCAD3-D130-45C0-A73C-D67ADD8BE4DB}"/>
              </a:ext>
            </a:extLst>
          </p:cNvPr>
          <p:cNvSpPr/>
          <p:nvPr userDrawn="1"/>
        </p:nvSpPr>
        <p:spPr>
          <a:xfrm rot="10800000">
            <a:off x="10387023" y="546037"/>
            <a:ext cx="270000" cy="270000"/>
          </a:xfrm>
          <a:custGeom>
            <a:avLst/>
            <a:gdLst>
              <a:gd name="connsiteX0" fmla="*/ 135287 w 270000"/>
              <a:gd name="connsiteY0" fmla="*/ 0 h 270000"/>
              <a:gd name="connsiteX1" fmla="*/ 0 w 270000"/>
              <a:gd name="connsiteY1" fmla="*/ 135287 h 270000"/>
              <a:gd name="connsiteX2" fmla="*/ 135287 w 270000"/>
              <a:gd name="connsiteY2" fmla="*/ 270574 h 270000"/>
              <a:gd name="connsiteX3" fmla="*/ 270574 w 270000"/>
              <a:gd name="connsiteY3" fmla="*/ 135287 h 270000"/>
              <a:gd name="connsiteX4" fmla="*/ 135287 w 270000"/>
              <a:gd name="connsiteY4" fmla="*/ 0 h 270000"/>
              <a:gd name="connsiteX5" fmla="*/ 162862 w 270000"/>
              <a:gd name="connsiteY5" fmla="*/ 196755 h 270000"/>
              <a:gd name="connsiteX6" fmla="*/ 162862 w 270000"/>
              <a:gd name="connsiteY6" fmla="*/ 204223 h 270000"/>
              <a:gd name="connsiteX7" fmla="*/ 155106 w 270000"/>
              <a:gd name="connsiteY7" fmla="*/ 204223 h 270000"/>
              <a:gd name="connsiteX8" fmla="*/ 93926 w 270000"/>
              <a:gd name="connsiteY8" fmla="*/ 143043 h 270000"/>
              <a:gd name="connsiteX9" fmla="*/ 86170 w 270000"/>
              <a:gd name="connsiteY9" fmla="*/ 135287 h 270000"/>
              <a:gd name="connsiteX10" fmla="*/ 86170 w 270000"/>
              <a:gd name="connsiteY10" fmla="*/ 135287 h 270000"/>
              <a:gd name="connsiteX11" fmla="*/ 86170 w 270000"/>
              <a:gd name="connsiteY11" fmla="*/ 135287 h 270000"/>
              <a:gd name="connsiteX12" fmla="*/ 93926 w 270000"/>
              <a:gd name="connsiteY12" fmla="*/ 127532 h 270000"/>
              <a:gd name="connsiteX13" fmla="*/ 93926 w 270000"/>
              <a:gd name="connsiteY13" fmla="*/ 127532 h 270000"/>
              <a:gd name="connsiteX14" fmla="*/ 155106 w 270000"/>
              <a:gd name="connsiteY14" fmla="*/ 66351 h 270000"/>
              <a:gd name="connsiteX15" fmla="*/ 162862 w 270000"/>
              <a:gd name="connsiteY15" fmla="*/ 66351 h 270000"/>
              <a:gd name="connsiteX16" fmla="*/ 162862 w 270000"/>
              <a:gd name="connsiteY16" fmla="*/ 74106 h 270000"/>
              <a:gd name="connsiteX17" fmla="*/ 101394 w 270000"/>
              <a:gd name="connsiteY17" fmla="*/ 135287 h 270000"/>
              <a:gd name="connsiteX18" fmla="*/ 162862 w 270000"/>
              <a:gd name="connsiteY18" fmla="*/ 196755 h 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0000" h="270000">
                <a:moveTo>
                  <a:pt x="135287" y="0"/>
                </a:moveTo>
                <a:cubicBezTo>
                  <a:pt x="60606" y="0"/>
                  <a:pt x="0" y="60606"/>
                  <a:pt x="0" y="135287"/>
                </a:cubicBezTo>
                <a:cubicBezTo>
                  <a:pt x="0" y="209968"/>
                  <a:pt x="60606" y="270574"/>
                  <a:pt x="135287" y="270574"/>
                </a:cubicBezTo>
                <a:cubicBezTo>
                  <a:pt x="209968" y="270574"/>
                  <a:pt x="270574" y="209968"/>
                  <a:pt x="270574" y="135287"/>
                </a:cubicBezTo>
                <a:cubicBezTo>
                  <a:pt x="270574" y="60606"/>
                  <a:pt x="209968" y="0"/>
                  <a:pt x="135287" y="0"/>
                </a:cubicBezTo>
                <a:close/>
                <a:moveTo>
                  <a:pt x="162862" y="196755"/>
                </a:moveTo>
                <a:cubicBezTo>
                  <a:pt x="164872" y="198479"/>
                  <a:pt x="164585" y="202500"/>
                  <a:pt x="162862" y="204223"/>
                </a:cubicBezTo>
                <a:cubicBezTo>
                  <a:pt x="161138" y="205947"/>
                  <a:pt x="157117" y="206234"/>
                  <a:pt x="155106" y="204223"/>
                </a:cubicBezTo>
                <a:lnTo>
                  <a:pt x="93926" y="143043"/>
                </a:lnTo>
                <a:lnTo>
                  <a:pt x="86170" y="135287"/>
                </a:lnTo>
                <a:lnTo>
                  <a:pt x="86170" y="135287"/>
                </a:lnTo>
                <a:lnTo>
                  <a:pt x="86170" y="135287"/>
                </a:lnTo>
                <a:lnTo>
                  <a:pt x="93926" y="127532"/>
                </a:lnTo>
                <a:lnTo>
                  <a:pt x="93926" y="127532"/>
                </a:lnTo>
                <a:lnTo>
                  <a:pt x="155106" y="66351"/>
                </a:lnTo>
                <a:cubicBezTo>
                  <a:pt x="157117" y="64628"/>
                  <a:pt x="160851" y="64628"/>
                  <a:pt x="162862" y="66351"/>
                </a:cubicBezTo>
                <a:cubicBezTo>
                  <a:pt x="164585" y="68074"/>
                  <a:pt x="164872" y="72096"/>
                  <a:pt x="162862" y="74106"/>
                </a:cubicBezTo>
                <a:lnTo>
                  <a:pt x="101394" y="135287"/>
                </a:lnTo>
                <a:lnTo>
                  <a:pt x="162862" y="196755"/>
                </a:lnTo>
                <a:close/>
              </a:path>
            </a:pathLst>
          </a:custGeom>
          <a:solidFill>
            <a:srgbClr val="B6C0CD"/>
          </a:solidFill>
          <a:ln w="1626" cap="flat">
            <a:noFill/>
            <a:prstDash val="solid"/>
            <a:miter/>
          </a:ln>
        </p:spPr>
        <p:txBody>
          <a:bodyPr rtlCol="0" anchor="ctr"/>
          <a:lstStyle/>
          <a:p>
            <a:endParaRPr lang="nl-NL" sz="1800"/>
          </a:p>
        </p:txBody>
      </p:sp>
      <p:sp>
        <p:nvSpPr>
          <p:cNvPr id="17" name="Button - vorige pagina">
            <a:hlinkClick r:id="" action="ppaction://hlinkshowjump?jump=previousslide"/>
            <a:extLst>
              <a:ext uri="{FF2B5EF4-FFF2-40B4-BE49-F238E27FC236}">
                <a16:creationId xmlns:a16="http://schemas.microsoft.com/office/drawing/2014/main" id="{79312627-1F4F-4D06-AEF8-1CEFBD36613D}"/>
              </a:ext>
            </a:extLst>
          </p:cNvPr>
          <p:cNvSpPr/>
          <p:nvPr userDrawn="1"/>
        </p:nvSpPr>
        <p:spPr>
          <a:xfrm>
            <a:off x="10081023" y="546037"/>
            <a:ext cx="270000" cy="270000"/>
          </a:xfrm>
          <a:custGeom>
            <a:avLst/>
            <a:gdLst>
              <a:gd name="connsiteX0" fmla="*/ 135287 w 270000"/>
              <a:gd name="connsiteY0" fmla="*/ 0 h 270000"/>
              <a:gd name="connsiteX1" fmla="*/ 0 w 270000"/>
              <a:gd name="connsiteY1" fmla="*/ 135287 h 270000"/>
              <a:gd name="connsiteX2" fmla="*/ 135287 w 270000"/>
              <a:gd name="connsiteY2" fmla="*/ 270574 h 270000"/>
              <a:gd name="connsiteX3" fmla="*/ 270574 w 270000"/>
              <a:gd name="connsiteY3" fmla="*/ 135287 h 270000"/>
              <a:gd name="connsiteX4" fmla="*/ 135287 w 270000"/>
              <a:gd name="connsiteY4" fmla="*/ 0 h 270000"/>
              <a:gd name="connsiteX5" fmla="*/ 162862 w 270000"/>
              <a:gd name="connsiteY5" fmla="*/ 196755 h 270000"/>
              <a:gd name="connsiteX6" fmla="*/ 162862 w 270000"/>
              <a:gd name="connsiteY6" fmla="*/ 204223 h 270000"/>
              <a:gd name="connsiteX7" fmla="*/ 155106 w 270000"/>
              <a:gd name="connsiteY7" fmla="*/ 204223 h 270000"/>
              <a:gd name="connsiteX8" fmla="*/ 93926 w 270000"/>
              <a:gd name="connsiteY8" fmla="*/ 143043 h 270000"/>
              <a:gd name="connsiteX9" fmla="*/ 86170 w 270000"/>
              <a:gd name="connsiteY9" fmla="*/ 135287 h 270000"/>
              <a:gd name="connsiteX10" fmla="*/ 86170 w 270000"/>
              <a:gd name="connsiteY10" fmla="*/ 135287 h 270000"/>
              <a:gd name="connsiteX11" fmla="*/ 86170 w 270000"/>
              <a:gd name="connsiteY11" fmla="*/ 135287 h 270000"/>
              <a:gd name="connsiteX12" fmla="*/ 93926 w 270000"/>
              <a:gd name="connsiteY12" fmla="*/ 127532 h 270000"/>
              <a:gd name="connsiteX13" fmla="*/ 93926 w 270000"/>
              <a:gd name="connsiteY13" fmla="*/ 127532 h 270000"/>
              <a:gd name="connsiteX14" fmla="*/ 155106 w 270000"/>
              <a:gd name="connsiteY14" fmla="*/ 66351 h 270000"/>
              <a:gd name="connsiteX15" fmla="*/ 162862 w 270000"/>
              <a:gd name="connsiteY15" fmla="*/ 66351 h 270000"/>
              <a:gd name="connsiteX16" fmla="*/ 162862 w 270000"/>
              <a:gd name="connsiteY16" fmla="*/ 74106 h 270000"/>
              <a:gd name="connsiteX17" fmla="*/ 101394 w 270000"/>
              <a:gd name="connsiteY17" fmla="*/ 135287 h 270000"/>
              <a:gd name="connsiteX18" fmla="*/ 162862 w 270000"/>
              <a:gd name="connsiteY18" fmla="*/ 196755 h 27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0000" h="270000">
                <a:moveTo>
                  <a:pt x="135287" y="0"/>
                </a:moveTo>
                <a:cubicBezTo>
                  <a:pt x="60606" y="0"/>
                  <a:pt x="0" y="60606"/>
                  <a:pt x="0" y="135287"/>
                </a:cubicBezTo>
                <a:cubicBezTo>
                  <a:pt x="0" y="209968"/>
                  <a:pt x="60606" y="270574"/>
                  <a:pt x="135287" y="270574"/>
                </a:cubicBezTo>
                <a:cubicBezTo>
                  <a:pt x="209968" y="270574"/>
                  <a:pt x="270574" y="209968"/>
                  <a:pt x="270574" y="135287"/>
                </a:cubicBezTo>
                <a:cubicBezTo>
                  <a:pt x="270574" y="60606"/>
                  <a:pt x="209968" y="0"/>
                  <a:pt x="135287" y="0"/>
                </a:cubicBezTo>
                <a:close/>
                <a:moveTo>
                  <a:pt x="162862" y="196755"/>
                </a:moveTo>
                <a:cubicBezTo>
                  <a:pt x="164872" y="198479"/>
                  <a:pt x="164585" y="202500"/>
                  <a:pt x="162862" y="204223"/>
                </a:cubicBezTo>
                <a:cubicBezTo>
                  <a:pt x="161138" y="205947"/>
                  <a:pt x="157117" y="206234"/>
                  <a:pt x="155106" y="204223"/>
                </a:cubicBezTo>
                <a:lnTo>
                  <a:pt x="93926" y="143043"/>
                </a:lnTo>
                <a:lnTo>
                  <a:pt x="86170" y="135287"/>
                </a:lnTo>
                <a:lnTo>
                  <a:pt x="86170" y="135287"/>
                </a:lnTo>
                <a:lnTo>
                  <a:pt x="86170" y="135287"/>
                </a:lnTo>
                <a:lnTo>
                  <a:pt x="93926" y="127532"/>
                </a:lnTo>
                <a:lnTo>
                  <a:pt x="93926" y="127532"/>
                </a:lnTo>
                <a:lnTo>
                  <a:pt x="155106" y="66351"/>
                </a:lnTo>
                <a:cubicBezTo>
                  <a:pt x="157117" y="64628"/>
                  <a:pt x="160851" y="64628"/>
                  <a:pt x="162862" y="66351"/>
                </a:cubicBezTo>
                <a:cubicBezTo>
                  <a:pt x="164585" y="68074"/>
                  <a:pt x="164872" y="72096"/>
                  <a:pt x="162862" y="74106"/>
                </a:cubicBezTo>
                <a:lnTo>
                  <a:pt x="101394" y="135287"/>
                </a:lnTo>
                <a:lnTo>
                  <a:pt x="162862" y="196755"/>
                </a:lnTo>
                <a:close/>
              </a:path>
            </a:pathLst>
          </a:custGeom>
          <a:solidFill>
            <a:srgbClr val="B6C0CD"/>
          </a:solidFill>
          <a:ln w="1626" cap="flat">
            <a:noFill/>
            <a:prstDash val="solid"/>
            <a:miter/>
          </a:ln>
        </p:spPr>
        <p:txBody>
          <a:bodyPr rtlCol="0" anchor="ctr"/>
          <a:lstStyle/>
          <a:p>
            <a:pPr lvl="0"/>
            <a:endParaRPr lang="nl-NL"/>
          </a:p>
        </p:txBody>
      </p:sp>
      <p:sp>
        <p:nvSpPr>
          <p:cNvPr id="21" name="Flowchart: Connector 20">
            <a:extLst>
              <a:ext uri="{FF2B5EF4-FFF2-40B4-BE49-F238E27FC236}">
                <a16:creationId xmlns:a16="http://schemas.microsoft.com/office/drawing/2014/main" id="{C2902874-F6D4-4BC5-B09B-705B78656D60}"/>
              </a:ext>
            </a:extLst>
          </p:cNvPr>
          <p:cNvSpPr/>
          <p:nvPr userDrawn="1"/>
        </p:nvSpPr>
        <p:spPr>
          <a:xfrm>
            <a:off x="10999020" y="546036"/>
            <a:ext cx="270000" cy="270000"/>
          </a:xfrm>
          <a:prstGeom prst="flowChartConnector">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D8ACDBED-7CE0-45DA-88EC-8BB34C830EDC}"/>
              </a:ext>
            </a:extLst>
          </p:cNvPr>
          <p:cNvCxnSpPr>
            <a:cxnSpLocks/>
          </p:cNvCxnSpPr>
          <p:nvPr userDrawn="1"/>
        </p:nvCxnSpPr>
        <p:spPr>
          <a:xfrm>
            <a:off x="0" y="1162050"/>
            <a:ext cx="12192000" cy="0"/>
          </a:xfrm>
          <a:prstGeom prst="line">
            <a:avLst/>
          </a:prstGeom>
          <a:ln w="22225">
            <a:solidFill>
              <a:srgbClr val="0800B9"/>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4FA3C70-6EDE-E231-41A5-7553C2B17550}"/>
              </a:ext>
            </a:extLst>
          </p:cNvPr>
          <p:cNvSpPr txBox="1"/>
          <p:nvPr userDrawn="1"/>
        </p:nvSpPr>
        <p:spPr>
          <a:xfrm>
            <a:off x="10409243" y="153784"/>
            <a:ext cx="1656515" cy="282718"/>
          </a:xfrm>
          <a:prstGeom prst="rect">
            <a:avLst/>
          </a:prstGeom>
        </p:spPr>
        <p:txBody>
          <a:bodyPr vert="horz" wrap="none" lIns="91440" tIns="45720" rIns="91440" bIns="45720" rtlCol="0" anchor="t" anchorCtr="0">
            <a:normAutofit fontScale="85000" lnSpcReduction="20000"/>
          </a:bodyPr>
          <a:lstStyle/>
          <a:p>
            <a:pPr algn="l"/>
            <a:r>
              <a:rPr lang="en-NL" dirty="0">
                <a:highlight>
                  <a:srgbClr val="FFFF00"/>
                </a:highlight>
              </a:rPr>
              <a:t>&lt;Company Logo&gt;</a:t>
            </a:r>
          </a:p>
        </p:txBody>
      </p:sp>
    </p:spTree>
    <p:extLst>
      <p:ext uri="{BB962C8B-B14F-4D97-AF65-F5344CB8AC3E}">
        <p14:creationId xmlns:p14="http://schemas.microsoft.com/office/powerpoint/2010/main" val="1203119787"/>
      </p:ext>
    </p:extLst>
  </p:cSld>
  <p:clrMap bg1="lt1" tx1="dk1" bg2="lt2" tx2="dk2" accent1="accent1" accent2="accent2" accent3="accent3" accent4="accent4" accent5="accent5" accent6="accent6" hlink="hlink" folHlink="folHlink"/>
  <p:sldLayoutIdLst>
    <p:sldLayoutId id="2147483649" r:id="rId1"/>
    <p:sldLayoutId id="2147483687" r:id="rId2"/>
    <p:sldLayoutId id="2147483661" r:id="rId3"/>
    <p:sldLayoutId id="2147483662" r:id="rId4"/>
    <p:sldLayoutId id="2147483672" r:id="rId5"/>
    <p:sldLayoutId id="2147483667" r:id="rId6"/>
    <p:sldLayoutId id="2147483673" r:id="rId7"/>
    <p:sldLayoutId id="2147483668" r:id="rId8"/>
    <p:sldLayoutId id="2147483674" r:id="rId9"/>
    <p:sldLayoutId id="2147483651" r:id="rId10"/>
    <p:sldLayoutId id="2147483669" r:id="rId11"/>
    <p:sldLayoutId id="2147483652" r:id="rId12"/>
    <p:sldLayoutId id="2147483653" r:id="rId13"/>
    <p:sldLayoutId id="2147483654" r:id="rId14"/>
    <p:sldLayoutId id="2147483655" r:id="rId15"/>
    <p:sldLayoutId id="2147483656" r:id="rId16"/>
    <p:sldLayoutId id="2147483657" r:id="rId17"/>
    <p:sldLayoutId id="2147483658" r:id="rId18"/>
    <p:sldLayoutId id="2147483659" r:id="rId19"/>
    <p:sldLayoutId id="2147483695" r:id="rId20"/>
  </p:sldLayoutIdLst>
  <p:hf hdr="0" ftr="0" dt="0"/>
  <p:txStyles>
    <p:titleStyle>
      <a:lvl1pPr algn="l" defTabSz="914400" rtl="0" eaLnBrk="1" latinLnBrk="0" hangingPunct="1">
        <a:lnSpc>
          <a:spcPct val="90000"/>
        </a:lnSpc>
        <a:spcBef>
          <a:spcPct val="0"/>
        </a:spcBef>
        <a:buNone/>
        <a:defRPr sz="4000" kern="1200">
          <a:solidFill>
            <a:srgbClr val="0800B9"/>
          </a:solidFill>
          <a:latin typeface="Source Sans Pro" panose="020B0503030403020204" pitchFamily="34" charset="0"/>
          <a:ea typeface="Source Sans Pro" panose="020B0503030403020204" pitchFamily="34" charset="0"/>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E75348A-36C3-E206-32BF-B143F1EB16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8B1C4A-35C9-42EA-A202-7E646A7422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ource Sans Pro" panose="020B0503030403020204" pitchFamily="34" charset="0"/>
                <a:ea typeface="Source Sans Pro" panose="020B0503030403020204" pitchFamily="34" charset="0"/>
              </a:defRPr>
            </a:lvl1pPr>
          </a:lstStyle>
          <a:p>
            <a:fld id="{D35F2662-0418-4A2D-A1F8-72EFEFC56C6B}" type="datetimeFigureOut">
              <a:rPr lang="en-US" smtClean="0"/>
              <a:pPr/>
              <a:t>10/6/26</a:t>
            </a:fld>
            <a:endParaRPr lang="en-US"/>
          </a:p>
        </p:txBody>
      </p:sp>
      <p:sp>
        <p:nvSpPr>
          <p:cNvPr id="5" name="Footer Placeholder 4">
            <a:extLst>
              <a:ext uri="{FF2B5EF4-FFF2-40B4-BE49-F238E27FC236}">
                <a16:creationId xmlns:a16="http://schemas.microsoft.com/office/drawing/2014/main" id="{0A6EF3F1-7E2C-02EC-B205-50CAB14E8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ource Sans Pro" panose="020B0503030403020204" pitchFamily="34" charset="0"/>
                <a:ea typeface="Source Sans Pro" panose="020B0503030403020204" pitchFamily="34" charset="0"/>
              </a:defRPr>
            </a:lvl1pPr>
          </a:lstStyle>
          <a:p>
            <a:endParaRPr lang="en-US"/>
          </a:p>
        </p:txBody>
      </p:sp>
      <p:sp>
        <p:nvSpPr>
          <p:cNvPr id="6" name="Slide Number Placeholder 5">
            <a:extLst>
              <a:ext uri="{FF2B5EF4-FFF2-40B4-BE49-F238E27FC236}">
                <a16:creationId xmlns:a16="http://schemas.microsoft.com/office/drawing/2014/main" id="{CE6CC22C-4060-4180-2A45-37D1D9EC64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Source Sans Pro" panose="020B0503030403020204" pitchFamily="34" charset="0"/>
                <a:ea typeface="Source Sans Pro" panose="020B0503030403020204" pitchFamily="34" charset="0"/>
              </a:defRPr>
            </a:lvl1pPr>
          </a:lstStyle>
          <a:p>
            <a:fld id="{63D9AD2D-2FD3-47AF-A2DC-F6453E70D678}" type="slidenum">
              <a:rPr lang="en-US" smtClean="0"/>
              <a:pPr/>
              <a:t>‹#›</a:t>
            </a:fld>
            <a:endParaRPr lang="en-US"/>
          </a:p>
        </p:txBody>
      </p:sp>
      <p:grpSp>
        <p:nvGrpSpPr>
          <p:cNvPr id="7" name="Group 9">
            <a:extLst>
              <a:ext uri="{FF2B5EF4-FFF2-40B4-BE49-F238E27FC236}">
                <a16:creationId xmlns:a16="http://schemas.microsoft.com/office/drawing/2014/main" id="{6DE71EF6-F87B-21A3-907E-893271CA5D9A}"/>
              </a:ext>
            </a:extLst>
          </p:cNvPr>
          <p:cNvGrpSpPr/>
          <p:nvPr userDrawn="1"/>
        </p:nvGrpSpPr>
        <p:grpSpPr>
          <a:xfrm>
            <a:off x="0" y="0"/>
            <a:ext cx="442800" cy="6858000"/>
            <a:chOff x="0" y="0"/>
            <a:chExt cx="442800" cy="6858000"/>
          </a:xfrm>
          <a:solidFill>
            <a:schemeClr val="bg1">
              <a:lumMod val="85000"/>
            </a:schemeClr>
          </a:solidFill>
        </p:grpSpPr>
        <p:sp>
          <p:nvSpPr>
            <p:cNvPr id="8" name="Rectangle 7">
              <a:extLst>
                <a:ext uri="{FF2B5EF4-FFF2-40B4-BE49-F238E27FC236}">
                  <a16:creationId xmlns:a16="http://schemas.microsoft.com/office/drawing/2014/main" id="{5FD52DF8-1835-F8A0-C404-F9CE83B9BDDC}"/>
                </a:ext>
              </a:extLst>
            </p:cNvPr>
            <p:cNvSpPr/>
            <p:nvPr/>
          </p:nvSpPr>
          <p:spPr bwMode="gray">
            <a:xfrm>
              <a:off x="0" y="0"/>
              <a:ext cx="442800" cy="6858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2">
              <a:extLst>
                <a:ext uri="{FF2B5EF4-FFF2-40B4-BE49-F238E27FC236}">
                  <a16:creationId xmlns:a16="http://schemas.microsoft.com/office/drawing/2014/main" id="{79CA4D33-96B8-3290-5AF1-980BDC9D0BC6}"/>
                </a:ext>
              </a:extLst>
            </p:cNvPr>
            <p:cNvPicPr>
              <a:picLocks noChangeAspect="1"/>
            </p:cNvPicPr>
            <p:nvPr userDrawn="1"/>
          </p:nvPicPr>
          <p:blipFill>
            <a:blip r:embed="rId13" cstate="screen">
              <a:extLst>
                <a:ext uri="{28A0092B-C50C-407E-A947-70E740481C1C}">
                  <a14:useLocalDpi xmlns:a14="http://schemas.microsoft.com/office/drawing/2010/main" val="0"/>
                </a:ext>
              </a:extLst>
            </a:blip>
            <a:stretch>
              <a:fillRect/>
            </a:stretch>
          </p:blipFill>
          <p:spPr bwMode="gray">
            <a:xfrm>
              <a:off x="63000" y="136800"/>
              <a:ext cx="316800" cy="316800"/>
            </a:xfrm>
            <a:prstGeom prst="rect">
              <a:avLst/>
            </a:prstGeom>
            <a:grpFill/>
          </p:spPr>
        </p:pic>
      </p:grpSp>
      <p:sp>
        <p:nvSpPr>
          <p:cNvPr id="10" name="TextBox 10">
            <a:extLst>
              <a:ext uri="{FF2B5EF4-FFF2-40B4-BE49-F238E27FC236}">
                <a16:creationId xmlns:a16="http://schemas.microsoft.com/office/drawing/2014/main" id="{308A9D7E-A0D3-4F11-1D65-F8CD0416D6B9}"/>
              </a:ext>
            </a:extLst>
          </p:cNvPr>
          <p:cNvSpPr txBox="1"/>
          <p:nvPr userDrawn="1"/>
        </p:nvSpPr>
        <p:spPr>
          <a:xfrm rot="16200000">
            <a:off x="-379980" y="5706692"/>
            <a:ext cx="1191993" cy="153888"/>
          </a:xfrm>
          <a:prstGeom prst="rect">
            <a:avLst/>
          </a:prstGeom>
          <a:noFill/>
        </p:spPr>
        <p:txBody>
          <a:bodyPr wrap="none" lIns="0" tIns="0" rIns="0" bIns="0" rtlCol="0">
            <a:spAutoFit/>
          </a:bodyPr>
          <a:lstStyle/>
          <a:p>
            <a:pPr algn="l"/>
            <a:r>
              <a:rPr lang="nl-NL" sz="1000" b="1" i="0" spc="110" baseline="0">
                <a:solidFill>
                  <a:srgbClr val="C00000"/>
                </a:solidFill>
                <a:latin typeface="Gotham" panose="02000504050000020004" pitchFamily="2" charset="0"/>
              </a:rPr>
              <a:t>CONFIDENTIAL</a:t>
            </a:r>
          </a:p>
        </p:txBody>
      </p:sp>
      <p:sp>
        <p:nvSpPr>
          <p:cNvPr id="11" name="ZoneTexte 10">
            <a:extLst>
              <a:ext uri="{FF2B5EF4-FFF2-40B4-BE49-F238E27FC236}">
                <a16:creationId xmlns:a16="http://schemas.microsoft.com/office/drawing/2014/main" id="{C687F650-0286-3C85-896F-74734CA5735E}"/>
              </a:ext>
            </a:extLst>
          </p:cNvPr>
          <p:cNvSpPr txBox="1"/>
          <p:nvPr userDrawn="1"/>
        </p:nvSpPr>
        <p:spPr>
          <a:xfrm>
            <a:off x="3867150" y="96262"/>
            <a:ext cx="4457700" cy="584775"/>
          </a:xfrm>
          <a:prstGeom prst="rect">
            <a:avLst/>
          </a:prstGeom>
          <a:noFill/>
        </p:spPr>
        <p:txBody>
          <a:bodyPr wrap="square" rtlCol="0">
            <a:spAutoFit/>
          </a:bodyPr>
          <a:lstStyle/>
          <a:p>
            <a:pPr algn="ctr"/>
            <a:r>
              <a:rPr lang="fr-FR" sz="3200">
                <a:solidFill>
                  <a:schemeClr val="tx1">
                    <a:alpha val="39000"/>
                  </a:schemeClr>
                </a:solidFill>
                <a:latin typeface="Arial" panose="020B0604020202020204" pitchFamily="34" charset="0"/>
                <a:cs typeface="Arial" panose="020B0604020202020204" pitchFamily="34" charset="0"/>
              </a:rPr>
              <a:t>DRAFT</a:t>
            </a:r>
            <a:endParaRPr lang="en-US" sz="3200">
              <a:solidFill>
                <a:schemeClr val="tx1">
                  <a:alpha val="39000"/>
                </a:schemeClr>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5636BD4-E635-CEFD-71FA-0AC83F48E011}"/>
              </a:ext>
            </a:extLst>
          </p:cNvPr>
          <p:cNvSpPr txBox="1"/>
          <p:nvPr userDrawn="1"/>
        </p:nvSpPr>
        <p:spPr>
          <a:xfrm>
            <a:off x="10409243" y="164058"/>
            <a:ext cx="1656515" cy="282718"/>
          </a:xfrm>
          <a:prstGeom prst="rect">
            <a:avLst/>
          </a:prstGeom>
        </p:spPr>
        <p:txBody>
          <a:bodyPr vert="horz" wrap="none" lIns="91440" tIns="45720" rIns="91440" bIns="45720" rtlCol="0" anchor="t" anchorCtr="0">
            <a:normAutofit fontScale="85000" lnSpcReduction="20000"/>
          </a:bodyPr>
          <a:lstStyle/>
          <a:p>
            <a:pPr algn="l"/>
            <a:r>
              <a:rPr lang="en-NL" dirty="0">
                <a:highlight>
                  <a:srgbClr val="FFFF00"/>
                </a:highlight>
              </a:rPr>
              <a:t>&lt;Company Logo&gt;</a:t>
            </a:r>
          </a:p>
        </p:txBody>
      </p:sp>
    </p:spTree>
    <p:extLst>
      <p:ext uri="{BB962C8B-B14F-4D97-AF65-F5344CB8AC3E}">
        <p14:creationId xmlns:p14="http://schemas.microsoft.com/office/powerpoint/2010/main" val="147345436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slide" Target="slide8.xml"/><Relationship Id="rId3" Type="http://schemas.openxmlformats.org/officeDocument/2006/relationships/slide" Target="slide6.xml"/><Relationship Id="rId7" Type="http://schemas.openxmlformats.org/officeDocument/2006/relationships/slide" Target="slide15.xml"/><Relationship Id="rId12"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8.svg"/><Relationship Id="rId11" Type="http://schemas.openxmlformats.org/officeDocument/2006/relationships/slide" Target="slide7.xml"/><Relationship Id="rId5" Type="http://schemas.openxmlformats.org/officeDocument/2006/relationships/slide" Target="slide3.xml"/><Relationship Id="rId10" Type="http://schemas.openxmlformats.org/officeDocument/2006/relationships/image" Target="../media/image10.svg"/><Relationship Id="rId4" Type="http://schemas.openxmlformats.org/officeDocument/2006/relationships/image" Target="../media/image7.svg"/><Relationship Id="rId9" Type="http://schemas.openxmlformats.org/officeDocument/2006/relationships/slide" Target="slide4.xml"/><Relationship Id="rId1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slide" Target="slide15.xml"/><Relationship Id="rId5" Type="http://schemas.openxmlformats.org/officeDocument/2006/relationships/slide" Target="slide8.xml"/><Relationship Id="rId4" Type="http://schemas.openxmlformats.org/officeDocument/2006/relationships/slide" Target="slide7.xml"/></Relationships>
</file>

<file path=ppt/slides/_rels/slide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6.xml"/><Relationship Id="rId4" Type="http://schemas.openxmlformats.org/officeDocument/2006/relationships/slide" Target="slide15.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15.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notesSlide" Target="../notesSlides/notesSlide5.xml"/><Relationship Id="rId7" Type="http://schemas.openxmlformats.org/officeDocument/2006/relationships/slide" Target="slide3.xml"/><Relationship Id="rId2" Type="http://schemas.openxmlformats.org/officeDocument/2006/relationships/slideLayout" Target="../slideLayouts/slideLayout5.xml"/><Relationship Id="rId1" Type="http://schemas.openxmlformats.org/officeDocument/2006/relationships/tags" Target="../tags/tag1.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slide" Target="slide3.xml"/><Relationship Id="rId5" Type="http://schemas.openxmlformats.org/officeDocument/2006/relationships/slide" Target="slide15.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slide" Target="slide3.xml"/><Relationship Id="rId5" Type="http://schemas.openxmlformats.org/officeDocument/2006/relationships/slide" Target="slide15.xml"/><Relationship Id="rId4" Type="http://schemas.openxmlformats.org/officeDocument/2006/relationships/slide" Target="slide7.xml"/></Relationships>
</file>

<file path=ppt/slides/_rels/slide1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slide" Target="slide3.xml"/><Relationship Id="rId5" Type="http://schemas.openxmlformats.org/officeDocument/2006/relationships/slide" Target="slide15.xml"/><Relationship Id="rId4" Type="http://schemas.openxmlformats.org/officeDocument/2006/relationships/slide" Target="slide7.xml"/></Relationships>
</file>

<file path=ppt/slides/_rels/slide1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slide" Target="slide3.xml"/><Relationship Id="rId5" Type="http://schemas.openxmlformats.org/officeDocument/2006/relationships/slide" Target="slide15.xml"/><Relationship Id="rId4" Type="http://schemas.openxmlformats.org/officeDocument/2006/relationships/slide" Target="slide7.xml"/></Relationships>
</file>

<file path=ppt/slides/_rels/slide1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slide" Target="slide3.xml"/><Relationship Id="rId5" Type="http://schemas.openxmlformats.org/officeDocument/2006/relationships/slide" Target="slide15.xml"/><Relationship Id="rId4" Type="http://schemas.openxmlformats.org/officeDocument/2006/relationships/slide" Target="slide7.xml"/></Relationships>
</file>

<file path=ppt/slides/_rels/slide1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4.xml"/><Relationship Id="rId1" Type="http://schemas.openxmlformats.org/officeDocument/2006/relationships/slideLayout" Target="../slideLayouts/slideLayout8.xml"/><Relationship Id="rId6" Type="http://schemas.openxmlformats.org/officeDocument/2006/relationships/slide" Target="slide3.xml"/><Relationship Id="rId5" Type="http://schemas.openxmlformats.org/officeDocument/2006/relationships/slide" Target="slide15.xml"/><Relationship Id="rId4" Type="http://schemas.openxmlformats.org/officeDocument/2006/relationships/slide" Target="slide7.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5.xml"/><Relationship Id="rId5" Type="http://schemas.openxmlformats.org/officeDocument/2006/relationships/slide" Target="slide7.xml"/><Relationship Id="rId4" Type="http://schemas.openxmlformats.org/officeDocument/2006/relationships/slide" Target="slide6.xml"/></Relationships>
</file>

<file path=ppt/slides/_rels/slide15.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slide" Target="slide8.xml"/><Relationship Id="rId7" Type="http://schemas.openxmlformats.org/officeDocument/2006/relationships/image" Target="../media/image13.svg"/><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15.xml"/><Relationship Id="rId5" Type="http://schemas.openxmlformats.org/officeDocument/2006/relationships/slide" Target="slide17.xml"/><Relationship Id="rId10" Type="http://schemas.openxmlformats.org/officeDocument/2006/relationships/slide" Target="slide7.xml"/><Relationship Id="rId4" Type="http://schemas.openxmlformats.org/officeDocument/2006/relationships/slide" Target="slide14.xml"/><Relationship Id="rId9" Type="http://schemas.openxmlformats.org/officeDocument/2006/relationships/slide" Target="slide6.xml"/></Relationships>
</file>

<file path=ppt/slides/_rels/slide16.xml.rels><?xml version="1.0" encoding="UTF-8" standalone="yes"?>
<Relationships xmlns="http://schemas.openxmlformats.org/package/2006/relationships"><Relationship Id="rId3" Type="http://schemas.openxmlformats.org/officeDocument/2006/relationships/slide" Target="slide8.xml"/><Relationship Id="rId7" Type="http://schemas.openxmlformats.org/officeDocument/2006/relationships/slide" Target="slide7.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slide" Target="slide8.xml"/><Relationship Id="rId7" Type="http://schemas.openxmlformats.org/officeDocument/2006/relationships/slide" Target="slide7.xml"/><Relationship Id="rId2" Type="http://schemas.openxmlformats.org/officeDocument/2006/relationships/slide" Target="slide3.xml"/><Relationship Id="rId1" Type="http://schemas.openxmlformats.org/officeDocument/2006/relationships/slideLayout" Target="../slideLayouts/slideLayout11.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slide" Target="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7E4F0FEA-D9F7-6811-D78B-E43E98D634E8}"/>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130" t="12109" r="-130" b="36897"/>
          <a:stretch>
            <a:fillRect/>
          </a:stretch>
        </p:blipFill>
        <p:spPr>
          <a:xfrm>
            <a:off x="0" y="0"/>
            <a:ext cx="12192000" cy="5676900"/>
          </a:xfrm>
          <a:custGeom>
            <a:avLst/>
            <a:gdLst>
              <a:gd name="connsiteX0" fmla="*/ 0 w 9144000"/>
              <a:gd name="connsiteY0" fmla="*/ 0 h 5143500"/>
              <a:gd name="connsiteX1" fmla="*/ 9144000 w 9144000"/>
              <a:gd name="connsiteY1" fmla="*/ 0 h 5143500"/>
              <a:gd name="connsiteX2" fmla="*/ 9144000 w 9144000"/>
              <a:gd name="connsiteY2" fmla="*/ 2413448 h 5143500"/>
              <a:gd name="connsiteX3" fmla="*/ 432000 w 9144000"/>
              <a:gd name="connsiteY3" fmla="*/ 2413448 h 5143500"/>
              <a:gd name="connsiteX4" fmla="*/ 9144000 w 9144000"/>
              <a:gd name="connsiteY4" fmla="*/ 2438648 h 5143500"/>
              <a:gd name="connsiteX5" fmla="*/ 9144000 w 9144000"/>
              <a:gd name="connsiteY5" fmla="*/ 5143500 h 5143500"/>
              <a:gd name="connsiteX6" fmla="*/ 0 w 9144000"/>
              <a:gd name="connsiteY6" fmla="*/ 5143500 h 5143500"/>
              <a:gd name="connsiteX7" fmla="*/ 0 w 9144000"/>
              <a:gd name="connsiteY7" fmla="*/ 0 h 5143500"/>
              <a:gd name="connsiteX0" fmla="*/ 0 w 9144000"/>
              <a:gd name="connsiteY0" fmla="*/ 0 h 5143500"/>
              <a:gd name="connsiteX1" fmla="*/ 9144000 w 9144000"/>
              <a:gd name="connsiteY1" fmla="*/ 0 h 5143500"/>
              <a:gd name="connsiteX2" fmla="*/ 9144000 w 9144000"/>
              <a:gd name="connsiteY2" fmla="*/ 2413448 h 5143500"/>
              <a:gd name="connsiteX3" fmla="*/ 9144000 w 9144000"/>
              <a:gd name="connsiteY3" fmla="*/ 2438648 h 5143500"/>
              <a:gd name="connsiteX4" fmla="*/ 9144000 w 9144000"/>
              <a:gd name="connsiteY4" fmla="*/ 5143500 h 5143500"/>
              <a:gd name="connsiteX5" fmla="*/ 0 w 9144000"/>
              <a:gd name="connsiteY5" fmla="*/ 5143500 h 5143500"/>
              <a:gd name="connsiteX6" fmla="*/ 0 w 9144000"/>
              <a:gd name="connsiteY6" fmla="*/ 0 h 5143500"/>
              <a:gd name="connsiteX0" fmla="*/ 0 w 9144000"/>
              <a:gd name="connsiteY0" fmla="*/ 0 h 5143500"/>
              <a:gd name="connsiteX1" fmla="*/ 9144000 w 9144000"/>
              <a:gd name="connsiteY1" fmla="*/ 0 h 5143500"/>
              <a:gd name="connsiteX2" fmla="*/ 9144000 w 9144000"/>
              <a:gd name="connsiteY2" fmla="*/ 2413448 h 5143500"/>
              <a:gd name="connsiteX3" fmla="*/ 9144000 w 9144000"/>
              <a:gd name="connsiteY3" fmla="*/ 5143500 h 5143500"/>
              <a:gd name="connsiteX4" fmla="*/ 0 w 9144000"/>
              <a:gd name="connsiteY4" fmla="*/ 5143500 h 5143500"/>
              <a:gd name="connsiteX5" fmla="*/ 0 w 9144000"/>
              <a:gd name="connsiteY5" fmla="*/ 0 h 5143500"/>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 name="connsiteX4" fmla="*/ 0 w 9144000"/>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143500">
                <a:moveTo>
                  <a:pt x="0" y="0"/>
                </a:moveTo>
                <a:lnTo>
                  <a:pt x="9144000" y="0"/>
                </a:lnTo>
                <a:lnTo>
                  <a:pt x="9144000" y="5143500"/>
                </a:lnTo>
                <a:lnTo>
                  <a:pt x="0" y="5143500"/>
                </a:lnTo>
                <a:lnTo>
                  <a:pt x="0" y="0"/>
                </a:lnTo>
                <a:close/>
              </a:path>
            </a:pathLst>
          </a:custGeom>
          <a:solidFill>
            <a:prstClr val="white">
              <a:lumMod val="95000"/>
            </a:prstClr>
          </a:solidFill>
        </p:spPr>
      </p:pic>
      <p:sp>
        <p:nvSpPr>
          <p:cNvPr id="3" name="Text Placeholder 2">
            <a:extLst>
              <a:ext uri="{FF2B5EF4-FFF2-40B4-BE49-F238E27FC236}">
                <a16:creationId xmlns:a16="http://schemas.microsoft.com/office/drawing/2014/main" id="{0C8DF6EA-DB21-3A40-7494-EAF5E9911618}"/>
              </a:ext>
            </a:extLst>
          </p:cNvPr>
          <p:cNvSpPr>
            <a:spLocks noGrp="1"/>
          </p:cNvSpPr>
          <p:nvPr>
            <p:ph type="body" sz="quarter" idx="14"/>
          </p:nvPr>
        </p:nvSpPr>
        <p:spPr/>
        <p:txBody>
          <a:bodyPr/>
          <a:lstStyle/>
          <a:p>
            <a:endParaRPr lang="en-NL"/>
          </a:p>
        </p:txBody>
      </p:sp>
      <p:sp>
        <p:nvSpPr>
          <p:cNvPr id="4" name="Text Placeholder 3">
            <a:extLst>
              <a:ext uri="{FF2B5EF4-FFF2-40B4-BE49-F238E27FC236}">
                <a16:creationId xmlns:a16="http://schemas.microsoft.com/office/drawing/2014/main" id="{5AFBEFF2-2B76-99FB-BB8C-02858EF4C469}"/>
              </a:ext>
            </a:extLst>
          </p:cNvPr>
          <p:cNvSpPr>
            <a:spLocks noGrp="1"/>
          </p:cNvSpPr>
          <p:nvPr>
            <p:ph type="body" sz="quarter" idx="13"/>
          </p:nvPr>
        </p:nvSpPr>
        <p:spPr/>
        <p:txBody>
          <a:bodyPr>
            <a:normAutofit fontScale="70000" lnSpcReduction="20000"/>
          </a:bodyPr>
          <a:lstStyle/>
          <a:p>
            <a:r>
              <a:rPr lang="fr-FR" b="1" i="0" dirty="0"/>
              <a:t>AACOMP </a:t>
            </a:r>
            <a:r>
              <a:rPr lang="fr-FR" b="1" i="0" dirty="0" err="1"/>
              <a:t>Internal</a:t>
            </a:r>
            <a:r>
              <a:rPr lang="fr-FR" b="1" i="0" dirty="0"/>
              <a:t> Audit Report</a:t>
            </a:r>
            <a:endParaRPr lang="en-US" b="1" i="0" dirty="0"/>
          </a:p>
        </p:txBody>
      </p:sp>
      <p:sp>
        <p:nvSpPr>
          <p:cNvPr id="5" name="Subtitle 4">
            <a:extLst>
              <a:ext uri="{FF2B5EF4-FFF2-40B4-BE49-F238E27FC236}">
                <a16:creationId xmlns:a16="http://schemas.microsoft.com/office/drawing/2014/main" id="{AC23E762-3638-E6C4-CD80-27CD94FAD529}"/>
              </a:ext>
            </a:extLst>
          </p:cNvPr>
          <p:cNvSpPr>
            <a:spLocks noGrp="1"/>
          </p:cNvSpPr>
          <p:nvPr>
            <p:ph type="subTitle" idx="1"/>
          </p:nvPr>
        </p:nvSpPr>
        <p:spPr/>
        <p:txBody>
          <a:bodyPr/>
          <a:lstStyle/>
          <a:p>
            <a:r>
              <a:rPr lang="en-US" sz="1800" dirty="0">
                <a:solidFill>
                  <a:srgbClr val="0800B9"/>
                </a:solidFill>
              </a:rPr>
              <a:t>Confidential </a:t>
            </a:r>
            <a:r>
              <a:rPr lang="en-US" sz="1800" b="0" dirty="0">
                <a:solidFill>
                  <a:srgbClr val="0800B9"/>
                </a:solidFill>
              </a:rPr>
              <a:t>Assurance engagement</a:t>
            </a:r>
            <a:r>
              <a:rPr lang="en-US" sz="1800" dirty="0">
                <a:solidFill>
                  <a:srgbClr val="0800B9"/>
                </a:solidFill>
              </a:rPr>
              <a:t> </a:t>
            </a:r>
            <a:endParaRPr lang="en-US" sz="1800" b="0" dirty="0">
              <a:solidFill>
                <a:srgbClr val="0800B9"/>
              </a:solidFill>
            </a:endParaRPr>
          </a:p>
        </p:txBody>
      </p:sp>
      <p:sp>
        <p:nvSpPr>
          <p:cNvPr id="6" name="Title 5">
            <a:extLst>
              <a:ext uri="{FF2B5EF4-FFF2-40B4-BE49-F238E27FC236}">
                <a16:creationId xmlns:a16="http://schemas.microsoft.com/office/drawing/2014/main" id="{92472559-2632-CC4B-0611-2ECAEB9CF521}"/>
              </a:ext>
            </a:extLst>
          </p:cNvPr>
          <p:cNvSpPr>
            <a:spLocks noGrp="1"/>
          </p:cNvSpPr>
          <p:nvPr>
            <p:ph type="ctrTitle"/>
          </p:nvPr>
        </p:nvSpPr>
        <p:spPr/>
        <p:txBody>
          <a:bodyPr/>
          <a:lstStyle/>
          <a:p>
            <a:r>
              <a:rPr lang="en-US" b="0" dirty="0">
                <a:solidFill>
                  <a:srgbClr val="0800B9"/>
                </a:solidFill>
              </a:rPr>
              <a:t>25XXX-0070 [AUDIT NAME] (DRAFT)</a:t>
            </a:r>
            <a:br>
              <a:rPr lang="en-US" b="0" dirty="0">
                <a:solidFill>
                  <a:srgbClr val="FF0000"/>
                </a:solidFill>
              </a:rPr>
            </a:br>
            <a:r>
              <a:rPr lang="en-US" sz="1200" dirty="0">
                <a:solidFill>
                  <a:srgbClr val="0000B9"/>
                </a:solidFill>
              </a:rPr>
              <a:t>xx/xx/2025</a:t>
            </a:r>
            <a:endParaRPr lang="en-NL" dirty="0"/>
          </a:p>
        </p:txBody>
      </p:sp>
    </p:spTree>
    <p:extLst>
      <p:ext uri="{BB962C8B-B14F-4D97-AF65-F5344CB8AC3E}">
        <p14:creationId xmlns:p14="http://schemas.microsoft.com/office/powerpoint/2010/main" val="3097803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4">
            <a:extLst>
              <a:ext uri="{FF2B5EF4-FFF2-40B4-BE49-F238E27FC236}">
                <a16:creationId xmlns:a16="http://schemas.microsoft.com/office/drawing/2014/main" id="{390964FD-D243-43F5-8579-98C0BD6F8AB8}"/>
              </a:ext>
            </a:extLst>
          </p:cNvPr>
          <p:cNvSpPr>
            <a:spLocks noGrp="1"/>
          </p:cNvSpPr>
          <p:nvPr>
            <p:ph type="sldNum" sz="quarter" idx="4"/>
          </p:nvPr>
        </p:nvSpPr>
        <p:spPr>
          <a:xfrm>
            <a:off x="11008351" y="546036"/>
            <a:ext cx="270000" cy="270000"/>
          </a:xfrm>
        </p:spPr>
        <p:txBody>
          <a:bodyPr/>
          <a:lstStyle/>
          <a:p>
            <a:fld id="{9C5C683D-CEB1-4F30-9DF4-65B979347242}" type="slidenum">
              <a:rPr lang="en-US" smtClean="0">
                <a:latin typeface="+mn-lt"/>
              </a:rPr>
              <a:pPr/>
              <a:t>2</a:t>
            </a:fld>
            <a:endParaRPr lang="en-US">
              <a:latin typeface="+mn-lt"/>
            </a:endParaRPr>
          </a:p>
        </p:txBody>
      </p:sp>
      <p:pic>
        <p:nvPicPr>
          <p:cNvPr id="28" name="Picture Placeholder 37" descr="Gauge outline">
            <a:hlinkClick r:id="rId3" action="ppaction://hlinksldjump"/>
            <a:extLst>
              <a:ext uri="{FF2B5EF4-FFF2-40B4-BE49-F238E27FC236}">
                <a16:creationId xmlns:a16="http://schemas.microsoft.com/office/drawing/2014/main" id="{1DF44933-B4AF-4CC8-8AF5-48CA8AFC4921}"/>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rcRect t="15183" b="15183"/>
          <a:stretch/>
        </p:blipFill>
        <p:spPr>
          <a:xfrm>
            <a:off x="9225500" y="2011680"/>
            <a:ext cx="1471833" cy="1062261"/>
          </a:xfrm>
          <a:prstGeom prst="rect">
            <a:avLst/>
          </a:prstGeom>
        </p:spPr>
      </p:pic>
      <p:pic>
        <p:nvPicPr>
          <p:cNvPr id="29" name="Picture Placeholder 33" descr="Handshake outline">
            <a:hlinkClick r:id="rId5" action="ppaction://hlinksldjump"/>
            <a:extLst>
              <a:ext uri="{FF2B5EF4-FFF2-40B4-BE49-F238E27FC236}">
                <a16:creationId xmlns:a16="http://schemas.microsoft.com/office/drawing/2014/main" id="{4B180876-44CF-4146-869B-C84C9F433DC0}"/>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6"/>
              </a:ext>
            </a:extLst>
          </a:blip>
          <a:srcRect t="15156" b="15156"/>
          <a:stretch>
            <a:fillRect/>
          </a:stretch>
        </p:blipFill>
        <p:spPr>
          <a:xfrm>
            <a:off x="1483188" y="1874743"/>
            <a:ext cx="1471833" cy="1199199"/>
          </a:xfrm>
          <a:prstGeom prst="rect">
            <a:avLst/>
          </a:prstGeom>
        </p:spPr>
      </p:pic>
      <p:pic>
        <p:nvPicPr>
          <p:cNvPr id="30" name="Picture Placeholder 35" descr="Paperclip outline">
            <a:hlinkClick r:id="rId7" action="ppaction://hlinksldjump"/>
            <a:extLst>
              <a:ext uri="{FF2B5EF4-FFF2-40B4-BE49-F238E27FC236}">
                <a16:creationId xmlns:a16="http://schemas.microsoft.com/office/drawing/2014/main" id="{B0146CB9-321C-417D-8552-D6DC09F40D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rot="2517532">
            <a:off x="9442222" y="4780913"/>
            <a:ext cx="1000530" cy="1000530"/>
          </a:xfrm>
          <a:prstGeom prst="rect">
            <a:avLst/>
          </a:prstGeom>
        </p:spPr>
      </p:pic>
      <p:sp>
        <p:nvSpPr>
          <p:cNvPr id="31" name="Text Placeholder 8">
            <a:extLst>
              <a:ext uri="{FF2B5EF4-FFF2-40B4-BE49-F238E27FC236}">
                <a16:creationId xmlns:a16="http://schemas.microsoft.com/office/drawing/2014/main" id="{24CADF9F-F7D7-4CA7-A9C4-FE668D0D0ED1}"/>
              </a:ext>
            </a:extLst>
          </p:cNvPr>
          <p:cNvSpPr>
            <a:spLocks noGrp="1"/>
          </p:cNvSpPr>
          <p:nvPr>
            <p:ph type="body" sz="quarter" idx="16"/>
          </p:nvPr>
        </p:nvSpPr>
        <p:spPr>
          <a:xfrm>
            <a:off x="771305" y="3350332"/>
            <a:ext cx="2895600" cy="495300"/>
          </a:xfrm>
        </p:spPr>
        <p:txBody>
          <a:bodyPr/>
          <a:lstStyle/>
          <a:p>
            <a:pPr algn="ctr"/>
            <a:r>
              <a:rPr lang="en-US">
                <a:latin typeface="+mn-lt"/>
              </a:rPr>
              <a:t>Introduction</a:t>
            </a:r>
          </a:p>
        </p:txBody>
      </p:sp>
      <p:sp>
        <p:nvSpPr>
          <p:cNvPr id="32" name="Text Placeholder 9">
            <a:extLst>
              <a:ext uri="{FF2B5EF4-FFF2-40B4-BE49-F238E27FC236}">
                <a16:creationId xmlns:a16="http://schemas.microsoft.com/office/drawing/2014/main" id="{F321DF41-9536-40D0-BBE0-D98B8341D34C}"/>
              </a:ext>
            </a:extLst>
          </p:cNvPr>
          <p:cNvSpPr>
            <a:spLocks noGrp="1"/>
          </p:cNvSpPr>
          <p:nvPr>
            <p:ph type="body" sz="quarter" idx="17"/>
          </p:nvPr>
        </p:nvSpPr>
        <p:spPr>
          <a:xfrm>
            <a:off x="777239" y="5992091"/>
            <a:ext cx="2895600" cy="495300"/>
          </a:xfrm>
        </p:spPr>
        <p:txBody>
          <a:bodyPr/>
          <a:lstStyle/>
          <a:p>
            <a:pPr algn="ctr"/>
            <a:r>
              <a:rPr lang="en-US">
                <a:latin typeface="+mn-lt"/>
              </a:rPr>
              <a:t>Finding overview</a:t>
            </a:r>
          </a:p>
        </p:txBody>
      </p:sp>
      <p:sp>
        <p:nvSpPr>
          <p:cNvPr id="33" name="Text Placeholder 10">
            <a:extLst>
              <a:ext uri="{FF2B5EF4-FFF2-40B4-BE49-F238E27FC236}">
                <a16:creationId xmlns:a16="http://schemas.microsoft.com/office/drawing/2014/main" id="{DED84BB6-DB1A-4EB0-A5AD-BF50D1025EB7}"/>
              </a:ext>
            </a:extLst>
          </p:cNvPr>
          <p:cNvSpPr>
            <a:spLocks noGrp="1"/>
          </p:cNvSpPr>
          <p:nvPr>
            <p:ph type="body" sz="quarter" idx="18"/>
          </p:nvPr>
        </p:nvSpPr>
        <p:spPr>
          <a:xfrm>
            <a:off x="8513617" y="5989623"/>
            <a:ext cx="2895600" cy="495300"/>
          </a:xfrm>
        </p:spPr>
        <p:txBody>
          <a:bodyPr/>
          <a:lstStyle/>
          <a:p>
            <a:pPr algn="ctr"/>
            <a:r>
              <a:rPr lang="en-US">
                <a:latin typeface="+mn-lt"/>
              </a:rPr>
              <a:t>Appendices</a:t>
            </a:r>
          </a:p>
        </p:txBody>
      </p:sp>
      <p:sp>
        <p:nvSpPr>
          <p:cNvPr id="34" name="Text Placeholder 11">
            <a:extLst>
              <a:ext uri="{FF2B5EF4-FFF2-40B4-BE49-F238E27FC236}">
                <a16:creationId xmlns:a16="http://schemas.microsoft.com/office/drawing/2014/main" id="{D7065FEA-5C13-4F9F-A410-BB4DD02C2D27}"/>
              </a:ext>
            </a:extLst>
          </p:cNvPr>
          <p:cNvSpPr>
            <a:spLocks noGrp="1"/>
          </p:cNvSpPr>
          <p:nvPr>
            <p:ph type="body" sz="quarter" idx="19"/>
          </p:nvPr>
        </p:nvSpPr>
        <p:spPr>
          <a:xfrm>
            <a:off x="8513617" y="3350332"/>
            <a:ext cx="2895600" cy="495300"/>
          </a:xfrm>
        </p:spPr>
        <p:txBody>
          <a:bodyPr/>
          <a:lstStyle/>
          <a:p>
            <a:pPr algn="ctr"/>
            <a:r>
              <a:rPr lang="en-US">
                <a:latin typeface="+mn-lt"/>
              </a:rPr>
              <a:t>Process dashboard</a:t>
            </a:r>
          </a:p>
        </p:txBody>
      </p:sp>
      <p:sp>
        <p:nvSpPr>
          <p:cNvPr id="35" name="Text Placeholder 12">
            <a:extLst>
              <a:ext uri="{FF2B5EF4-FFF2-40B4-BE49-F238E27FC236}">
                <a16:creationId xmlns:a16="http://schemas.microsoft.com/office/drawing/2014/main" id="{242CADA3-07B3-48CD-980F-09B2A81946B5}"/>
              </a:ext>
            </a:extLst>
          </p:cNvPr>
          <p:cNvSpPr>
            <a:spLocks noGrp="1"/>
          </p:cNvSpPr>
          <p:nvPr>
            <p:ph type="body" sz="quarter" idx="20"/>
          </p:nvPr>
        </p:nvSpPr>
        <p:spPr>
          <a:xfrm>
            <a:off x="4645427" y="3350332"/>
            <a:ext cx="2895600" cy="495300"/>
          </a:xfrm>
        </p:spPr>
        <p:txBody>
          <a:bodyPr/>
          <a:lstStyle/>
          <a:p>
            <a:pPr algn="ctr"/>
            <a:r>
              <a:rPr lang="en-US">
                <a:latin typeface="+mn-lt"/>
              </a:rPr>
              <a:t>Executive summary</a:t>
            </a:r>
          </a:p>
        </p:txBody>
      </p:sp>
      <p:sp>
        <p:nvSpPr>
          <p:cNvPr id="36" name="Text Placeholder 13">
            <a:extLst>
              <a:ext uri="{FF2B5EF4-FFF2-40B4-BE49-F238E27FC236}">
                <a16:creationId xmlns:a16="http://schemas.microsoft.com/office/drawing/2014/main" id="{9D4436C7-9DB9-48BB-9537-0E6F8ADD7E1D}"/>
              </a:ext>
            </a:extLst>
          </p:cNvPr>
          <p:cNvSpPr>
            <a:spLocks noGrp="1"/>
          </p:cNvSpPr>
          <p:nvPr>
            <p:ph type="body" sz="quarter" idx="21"/>
          </p:nvPr>
        </p:nvSpPr>
        <p:spPr>
          <a:xfrm>
            <a:off x="4549117" y="5989623"/>
            <a:ext cx="3088221" cy="495300"/>
          </a:xfrm>
        </p:spPr>
        <p:txBody>
          <a:bodyPr>
            <a:normAutofit/>
          </a:bodyPr>
          <a:lstStyle/>
          <a:p>
            <a:pPr algn="ctr"/>
            <a:r>
              <a:rPr lang="en-US">
                <a:latin typeface="+mn-lt"/>
              </a:rPr>
              <a:t>Findings and recommendations</a:t>
            </a:r>
          </a:p>
        </p:txBody>
      </p:sp>
      <p:pic>
        <p:nvPicPr>
          <p:cNvPr id="37" name="Picture Placeholder 31" descr="Document outline">
            <a:hlinkClick r:id="rId9" action="ppaction://hlinksldjump"/>
            <a:extLst>
              <a:ext uri="{FF2B5EF4-FFF2-40B4-BE49-F238E27FC236}">
                <a16:creationId xmlns:a16="http://schemas.microsoft.com/office/drawing/2014/main" id="{71D1411A-C096-42B9-9BC2-4C3DBC2158E8}"/>
              </a:ext>
            </a:extLst>
          </p:cNvPr>
          <p:cNvPicPr>
            <a:picLocks noGrp="1" noChangeAspect="1"/>
          </p:cNvPicPr>
          <p:nvPr>
            <p:ph type="pic" sz="quarter" idx="10"/>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93626" y="1874742"/>
            <a:ext cx="1199199" cy="1199199"/>
          </a:xfrm>
        </p:spPr>
      </p:pic>
      <p:pic>
        <p:nvPicPr>
          <p:cNvPr id="38" name="Picture Placeholder 39" descr="Bar graph with upward trend outline">
            <a:hlinkClick r:id="rId11" action="ppaction://hlinksldjump"/>
            <a:extLst>
              <a:ext uri="{FF2B5EF4-FFF2-40B4-BE49-F238E27FC236}">
                <a16:creationId xmlns:a16="http://schemas.microsoft.com/office/drawing/2014/main" id="{DBE80F4F-1B95-432B-9940-AB204AF639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619504" y="4681578"/>
            <a:ext cx="1199199" cy="1199199"/>
          </a:xfrm>
          <a:prstGeom prst="rect">
            <a:avLst/>
          </a:prstGeom>
        </p:spPr>
      </p:pic>
      <p:pic>
        <p:nvPicPr>
          <p:cNvPr id="39" name="Picture Placeholder 31" descr="Gears outline">
            <a:hlinkClick r:id="rId13" action="ppaction://hlinksldjump"/>
            <a:extLst>
              <a:ext uri="{FF2B5EF4-FFF2-40B4-BE49-F238E27FC236}">
                <a16:creationId xmlns:a16="http://schemas.microsoft.com/office/drawing/2014/main" id="{A3EF2669-B3AC-4285-82E3-DC85895719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5493626" y="4596114"/>
            <a:ext cx="1199199" cy="1199199"/>
          </a:xfrm>
          <a:prstGeom prst="rect">
            <a:avLst/>
          </a:prstGeom>
        </p:spPr>
      </p:pic>
      <p:sp>
        <p:nvSpPr>
          <p:cNvPr id="6" name="Title 1">
            <a:extLst>
              <a:ext uri="{FF2B5EF4-FFF2-40B4-BE49-F238E27FC236}">
                <a16:creationId xmlns:a16="http://schemas.microsoft.com/office/drawing/2014/main" id="{9DEFFD92-CBEA-1CB9-4167-0B02022BB666}"/>
              </a:ext>
            </a:extLst>
          </p:cNvPr>
          <p:cNvSpPr txBox="1">
            <a:spLocks/>
          </p:cNvSpPr>
          <p:nvPr/>
        </p:nvSpPr>
        <p:spPr>
          <a:xfrm>
            <a:off x="838201" y="365130"/>
            <a:ext cx="8591549" cy="6175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800B9"/>
                </a:solidFill>
                <a:latin typeface="Source Sans Pro" panose="020B0503030403020204" pitchFamily="34" charset="0"/>
                <a:ea typeface="Source Sans Pro" panose="020B0503030403020204" pitchFamily="34" charset="0"/>
                <a:cs typeface="+mj-cs"/>
              </a:defRPr>
            </a:lvl1pPr>
          </a:lstStyle>
          <a:p>
            <a:r>
              <a:rPr lang="en-US" sz="3600">
                <a:latin typeface="+mn-lt"/>
              </a:rPr>
              <a:t>Table of contents</a:t>
            </a:r>
          </a:p>
        </p:txBody>
      </p:sp>
    </p:spTree>
    <p:extLst>
      <p:ext uri="{BB962C8B-B14F-4D97-AF65-F5344CB8AC3E}">
        <p14:creationId xmlns:p14="http://schemas.microsoft.com/office/powerpoint/2010/main" val="885764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7C5EEF-3C75-DE5B-BA45-4DF0FAB159AC}"/>
              </a:ext>
            </a:extLst>
          </p:cNvPr>
          <p:cNvSpPr>
            <a:spLocks noGrp="1"/>
          </p:cNvSpPr>
          <p:nvPr>
            <p:ph type="sldNum" sz="quarter" idx="12"/>
          </p:nvPr>
        </p:nvSpPr>
        <p:spPr/>
        <p:txBody>
          <a:bodyPr/>
          <a:lstStyle/>
          <a:p>
            <a:fld id="{9C5C683D-CEB1-4F30-9DF4-65B979347242}" type="slidenum">
              <a:rPr lang="en-US" smtClean="0">
                <a:latin typeface="+mn-lt"/>
              </a:rPr>
              <a:pPr/>
              <a:t>3</a:t>
            </a:fld>
            <a:endParaRPr lang="en-US">
              <a:latin typeface="+mn-lt"/>
            </a:endParaRPr>
          </a:p>
        </p:txBody>
      </p:sp>
      <p:sp>
        <p:nvSpPr>
          <p:cNvPr id="3" name="Text Placeholder 2">
            <a:extLst>
              <a:ext uri="{FF2B5EF4-FFF2-40B4-BE49-F238E27FC236}">
                <a16:creationId xmlns:a16="http://schemas.microsoft.com/office/drawing/2014/main" id="{8F833766-3F62-5717-4AC9-0E8EF5E86D1F}"/>
              </a:ext>
            </a:extLst>
          </p:cNvPr>
          <p:cNvSpPr>
            <a:spLocks noGrp="1"/>
          </p:cNvSpPr>
          <p:nvPr>
            <p:ph type="body" sz="quarter" idx="18"/>
          </p:nvPr>
        </p:nvSpPr>
        <p:spPr>
          <a:xfrm>
            <a:off x="11811" y="6477676"/>
            <a:ext cx="2016724" cy="374903"/>
          </a:xfrm>
          <a:gradFill>
            <a:gsLst>
              <a:gs pos="100000">
                <a:srgbClr val="0800B9"/>
              </a:gs>
              <a:gs pos="0">
                <a:srgbClr val="009EE3"/>
              </a:gs>
            </a:gsLst>
            <a:lin ang="10800000" scaled="1"/>
          </a:gradFill>
          <a:ln w="3175">
            <a:solidFill>
              <a:schemeClr val="bg1"/>
            </a:solidFill>
          </a:ln>
        </p:spPr>
        <p:txBody>
          <a:bodyPr/>
          <a:lstStyle/>
          <a:p>
            <a:pPr algn="ctr"/>
            <a:r>
              <a:rPr lang="en-US"/>
              <a:t>Introduction</a:t>
            </a:r>
          </a:p>
        </p:txBody>
      </p:sp>
      <p:sp>
        <p:nvSpPr>
          <p:cNvPr id="4" name="Text Placeholder 3">
            <a:extLst>
              <a:ext uri="{FF2B5EF4-FFF2-40B4-BE49-F238E27FC236}">
                <a16:creationId xmlns:a16="http://schemas.microsoft.com/office/drawing/2014/main" id="{383EF8D6-0066-1ADA-4387-E25DF24ABB09}"/>
              </a:ext>
            </a:extLst>
          </p:cNvPr>
          <p:cNvSpPr>
            <a:spLocks noGrp="1"/>
          </p:cNvSpPr>
          <p:nvPr>
            <p:ph type="body" sz="quarter" idx="4294967295"/>
          </p:nvPr>
        </p:nvSpPr>
        <p:spPr>
          <a:xfrm>
            <a:off x="540774" y="1381125"/>
            <a:ext cx="1499572" cy="5000625"/>
          </a:xfrm>
        </p:spPr>
        <p:txBody>
          <a:bodyPr>
            <a:normAutofit/>
          </a:bodyPr>
          <a:lstStyle/>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a:p>
            <a:endParaRPr lang="en-US" sz="1100">
              <a:solidFill>
                <a:schemeClr val="tx1"/>
              </a:solidFill>
              <a:latin typeface="+mn-lt"/>
            </a:endParaRPr>
          </a:p>
        </p:txBody>
      </p:sp>
      <p:sp>
        <p:nvSpPr>
          <p:cNvPr id="14" name="Title 1">
            <a:extLst>
              <a:ext uri="{FF2B5EF4-FFF2-40B4-BE49-F238E27FC236}">
                <a16:creationId xmlns:a16="http://schemas.microsoft.com/office/drawing/2014/main" id="{D1E9BD54-E235-C903-305C-B17E2087346E}"/>
              </a:ext>
            </a:extLst>
          </p:cNvPr>
          <p:cNvSpPr txBox="1">
            <a:spLocks/>
          </p:cNvSpPr>
          <p:nvPr/>
        </p:nvSpPr>
        <p:spPr>
          <a:xfrm>
            <a:off x="838201" y="365130"/>
            <a:ext cx="8591549" cy="6175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rgbClr val="0800B9"/>
                </a:solidFill>
                <a:latin typeface="Source Sans Pro" panose="020B0503030403020204" pitchFamily="34" charset="0"/>
                <a:ea typeface="Source Sans Pro" panose="020B0503030403020204" pitchFamily="34" charset="0"/>
                <a:cs typeface="+mj-cs"/>
              </a:defRPr>
            </a:lvl1pPr>
          </a:lstStyle>
          <a:p>
            <a:r>
              <a:rPr lang="en-US" sz="3600">
                <a:latin typeface="+mn-lt"/>
              </a:rPr>
              <a:t>Introduction</a:t>
            </a:r>
          </a:p>
        </p:txBody>
      </p:sp>
      <p:graphicFrame>
        <p:nvGraphicFramePr>
          <p:cNvPr id="17" name="Table 15">
            <a:extLst>
              <a:ext uri="{FF2B5EF4-FFF2-40B4-BE49-F238E27FC236}">
                <a16:creationId xmlns:a16="http://schemas.microsoft.com/office/drawing/2014/main" id="{153BD99C-96F1-70AE-EC9F-7CF330359FF9}"/>
              </a:ext>
            </a:extLst>
          </p:cNvPr>
          <p:cNvGraphicFramePr>
            <a:graphicFrameLocks/>
          </p:cNvGraphicFramePr>
          <p:nvPr>
            <p:extLst>
              <p:ext uri="{D42A27DB-BD31-4B8C-83A1-F6EECF244321}">
                <p14:modId xmlns:p14="http://schemas.microsoft.com/office/powerpoint/2010/main" val="3545394925"/>
              </p:ext>
            </p:extLst>
          </p:nvPr>
        </p:nvGraphicFramePr>
        <p:xfrm>
          <a:off x="7114757" y="1621408"/>
          <a:ext cx="4781548" cy="2712720"/>
        </p:xfrm>
        <a:graphic>
          <a:graphicData uri="http://schemas.openxmlformats.org/drawingml/2006/table">
            <a:tbl>
              <a:tblPr bandRow="1">
                <a:tableStyleId>{BC89EF96-8CEA-46FF-86C4-4CE0E7609802}</a:tableStyleId>
              </a:tblPr>
              <a:tblGrid>
                <a:gridCol w="4781548">
                  <a:extLst>
                    <a:ext uri="{9D8B030D-6E8A-4147-A177-3AD203B41FA5}">
                      <a16:colId xmlns:a16="http://schemas.microsoft.com/office/drawing/2014/main" val="2043849809"/>
                    </a:ext>
                  </a:extLst>
                </a:gridCol>
              </a:tblGrid>
              <a:tr h="0">
                <a:tc>
                  <a:txBody>
                    <a:bodyPr/>
                    <a:lstStyle/>
                    <a:p>
                      <a:pPr algn="ctr">
                        <a:lnSpc>
                          <a:spcPct val="100000"/>
                        </a:lnSpc>
                      </a:pPr>
                      <a:r>
                        <a:rPr lang="en-US" sz="1000" b="1">
                          <a:solidFill>
                            <a:schemeClr val="bg1"/>
                          </a:solidFill>
                          <a:latin typeface="+mn-lt"/>
                        </a:rPr>
                        <a:t>Purpose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rgbClr val="0800B9"/>
                        </a:gs>
                        <a:gs pos="0">
                          <a:srgbClr val="009EE3"/>
                        </a:gs>
                      </a:gsLst>
                      <a:lin ang="10800000" scaled="1"/>
                      <a:tileRect/>
                    </a:gradFill>
                  </a:tcPr>
                </a:tc>
                <a:extLst>
                  <a:ext uri="{0D108BD9-81ED-4DB2-BD59-A6C34878D82A}">
                    <a16:rowId xmlns:a16="http://schemas.microsoft.com/office/drawing/2014/main" val="3272034359"/>
                  </a:ext>
                </a:extLst>
              </a:tr>
              <a:tr h="0">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nl-NL" sz="1000" kern="1200">
                          <a:solidFill>
                            <a:srgbClr val="293A65"/>
                          </a:solidFill>
                          <a:latin typeface="+mn-lt"/>
                          <a:ea typeface="+mn-ea"/>
                          <a:cs typeface="+mn-cs"/>
                        </a:rPr>
                        <a:t>[PURPOSE]</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a:solidFill>
                          <a:srgbClr val="293A65"/>
                        </a:solidFill>
                        <a:latin typeface="+mn-lt"/>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9814121"/>
                  </a:ext>
                </a:extLst>
              </a:tr>
              <a:tr h="0">
                <a:tc>
                  <a:txBody>
                    <a:bodyPr/>
                    <a:lstStyle/>
                    <a:p>
                      <a:pPr marL="0" algn="ctr" defTabSz="914400" rtl="0" eaLnBrk="1" latinLnBrk="0" hangingPunct="1">
                        <a:lnSpc>
                          <a:spcPct val="100000"/>
                        </a:lnSpc>
                      </a:pPr>
                      <a:r>
                        <a:rPr lang="en-US" sz="1000" b="1" kern="1200">
                          <a:solidFill>
                            <a:schemeClr val="bg1"/>
                          </a:solidFill>
                          <a:latin typeface="+mn-lt"/>
                          <a:ea typeface="+mn-ea"/>
                          <a:cs typeface="+mn-cs"/>
                        </a:rPr>
                        <a:t>Object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rgbClr val="0800B9"/>
                        </a:gs>
                        <a:gs pos="0">
                          <a:srgbClr val="009EE3"/>
                        </a:gs>
                      </a:gsLst>
                      <a:lin ang="10800000" scaled="1"/>
                      <a:tileRect/>
                    </a:gradFill>
                  </a:tcPr>
                </a:tc>
                <a:extLst>
                  <a:ext uri="{0D108BD9-81ED-4DB2-BD59-A6C34878D82A}">
                    <a16:rowId xmlns:a16="http://schemas.microsoft.com/office/drawing/2014/main" val="3982785700"/>
                  </a:ext>
                </a:extLst>
              </a:tr>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nl-NL" sz="1000" kern="1200">
                          <a:solidFill>
                            <a:srgbClr val="293A65"/>
                          </a:solidFill>
                          <a:latin typeface="+mn-lt"/>
                          <a:ea typeface="+mn-ea"/>
                          <a:cs typeface="+mn-cs"/>
                        </a:rPr>
                        <a:t>[OBJECT]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kern="1200">
                        <a:solidFill>
                          <a:srgbClr val="293A65"/>
                        </a:solidFill>
                        <a:latin typeface="+mn-lt"/>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2175209"/>
                  </a:ext>
                </a:extLst>
              </a:tr>
              <a:tr h="0">
                <a:tc>
                  <a:txBody>
                    <a:bodyPr/>
                    <a:lstStyle/>
                    <a:p>
                      <a:pPr marL="0" algn="ctr" defTabSz="914400" rtl="0" eaLnBrk="1" latinLnBrk="0" hangingPunct="1">
                        <a:lnSpc>
                          <a:spcPct val="100000"/>
                        </a:lnSpc>
                      </a:pPr>
                      <a:r>
                        <a:rPr lang="en-US" sz="1000" b="1" kern="1200">
                          <a:solidFill>
                            <a:schemeClr val="bg1"/>
                          </a:solidFill>
                          <a:latin typeface="+mn-lt"/>
                          <a:ea typeface="+mn-ea"/>
                          <a:cs typeface="+mn-cs"/>
                        </a:rPr>
                        <a:t>Scope</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rgbClr val="0800B9"/>
                        </a:gs>
                        <a:gs pos="0">
                          <a:srgbClr val="009EE3"/>
                        </a:gs>
                      </a:gsLst>
                      <a:lin ang="10800000" scaled="1"/>
                      <a:tileRect/>
                    </a:gradFill>
                  </a:tcPr>
                </a:tc>
                <a:extLst>
                  <a:ext uri="{0D108BD9-81ED-4DB2-BD59-A6C34878D82A}">
                    <a16:rowId xmlns:a16="http://schemas.microsoft.com/office/drawing/2014/main" val="3841323946"/>
                  </a:ext>
                </a:extLst>
              </a:tr>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nl-NL" sz="1000" kern="1200">
                          <a:solidFill>
                            <a:srgbClr val="293A65"/>
                          </a:solidFill>
                          <a:latin typeface="+mn-lt"/>
                          <a:ea typeface="+mn-ea"/>
                          <a:cs typeface="+mn-cs"/>
                        </a:rPr>
                        <a:t>[SCOPE]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kern="1200">
                        <a:solidFill>
                          <a:srgbClr val="293A65"/>
                        </a:solidFill>
                        <a:latin typeface="+mn-lt"/>
                        <a:ea typeface="+mn-ea"/>
                        <a:cs typeface="+mn-cs"/>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1940752"/>
                  </a:ext>
                </a:extLst>
              </a:tr>
              <a:tr h="0">
                <a:tc>
                  <a:txBody>
                    <a:bodyPr/>
                    <a:lstStyle/>
                    <a:p>
                      <a:pPr algn="ctr">
                        <a:lnSpc>
                          <a:spcPct val="100000"/>
                        </a:lnSpc>
                      </a:pPr>
                      <a:r>
                        <a:rPr lang="en-US" sz="1000" b="1">
                          <a:solidFill>
                            <a:schemeClr val="bg1"/>
                          </a:solidFill>
                          <a:latin typeface="+mn-lt"/>
                        </a:rPr>
                        <a:t>Audit team</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gradFill flip="none" rotWithShape="1">
                      <a:gsLst>
                        <a:gs pos="100000">
                          <a:srgbClr val="0800B9"/>
                        </a:gs>
                        <a:gs pos="0">
                          <a:srgbClr val="009EE3"/>
                        </a:gs>
                      </a:gsLst>
                      <a:lin ang="10800000" scaled="1"/>
                      <a:tileRect/>
                    </a:gradFill>
                  </a:tcPr>
                </a:tc>
                <a:extLst>
                  <a:ext uri="{0D108BD9-81ED-4DB2-BD59-A6C34878D82A}">
                    <a16:rowId xmlns:a16="http://schemas.microsoft.com/office/drawing/2014/main" val="33061728"/>
                  </a:ext>
                </a:extLst>
              </a:tr>
              <a:tr h="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GB" sz="1000" kern="1200">
                          <a:solidFill>
                            <a:srgbClr val="293A65"/>
                          </a:solidFill>
                          <a:latin typeface="+mn-lt"/>
                          <a:ea typeface="+mn-ea"/>
                          <a:cs typeface="+mn-cs"/>
                        </a:rPr>
                        <a:t>The audit was executed by [AUDITOR NAME], [AUDITOR NAME] and [AUDIT MANAGER NAME] (Audit Manager).</a:t>
                      </a:r>
                    </a:p>
                    <a:p>
                      <a:pPr algn="ctr">
                        <a:lnSpc>
                          <a:spcPct val="100000"/>
                        </a:lnSpc>
                      </a:pPr>
                      <a:endParaRPr lang="en-US" sz="1000" b="1">
                        <a:solidFill>
                          <a:schemeClr val="bg1"/>
                        </a:solidFill>
                        <a:latin typeface="+mn-lt"/>
                      </a:endParaRP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1035607"/>
                  </a:ext>
                </a:extLst>
              </a:tr>
            </a:tbl>
          </a:graphicData>
        </a:graphic>
      </p:graphicFrame>
      <p:graphicFrame>
        <p:nvGraphicFramePr>
          <p:cNvPr id="16" name="Tableau 17">
            <a:extLst>
              <a:ext uri="{FF2B5EF4-FFF2-40B4-BE49-F238E27FC236}">
                <a16:creationId xmlns:a16="http://schemas.microsoft.com/office/drawing/2014/main" id="{56EEB316-293B-5A29-DCD2-FB8BF9A135FE}"/>
              </a:ext>
            </a:extLst>
          </p:cNvPr>
          <p:cNvGraphicFramePr>
            <a:graphicFrameLocks noGrp="1"/>
          </p:cNvGraphicFramePr>
          <p:nvPr>
            <p:extLst>
              <p:ext uri="{D42A27DB-BD31-4B8C-83A1-F6EECF244321}">
                <p14:modId xmlns:p14="http://schemas.microsoft.com/office/powerpoint/2010/main" val="3887484822"/>
              </p:ext>
            </p:extLst>
          </p:nvPr>
        </p:nvGraphicFramePr>
        <p:xfrm>
          <a:off x="838201" y="1621408"/>
          <a:ext cx="5541322" cy="3536844"/>
        </p:xfrm>
        <a:graphic>
          <a:graphicData uri="http://schemas.openxmlformats.org/drawingml/2006/table">
            <a:tbl>
              <a:tblPr firstRow="1" bandRow="1">
                <a:tableStyleId>{5C22544A-7EE6-4342-B048-85BDC9FD1C3A}</a:tableStyleId>
              </a:tblPr>
              <a:tblGrid>
                <a:gridCol w="5541322">
                  <a:extLst>
                    <a:ext uri="{9D8B030D-6E8A-4147-A177-3AD203B41FA5}">
                      <a16:colId xmlns:a16="http://schemas.microsoft.com/office/drawing/2014/main" val="1878517457"/>
                    </a:ext>
                  </a:extLst>
                </a:gridCol>
              </a:tblGrid>
              <a:tr h="1490488">
                <a:tc>
                  <a:txBody>
                    <a:bodyPr/>
                    <a:lstStyle/>
                    <a:p>
                      <a:pPr marL="0" marR="0">
                        <a:spcBef>
                          <a:spcPts val="0"/>
                        </a:spcBef>
                        <a:spcAft>
                          <a:spcPts val="0"/>
                        </a:spcAft>
                      </a:pPr>
                      <a:r>
                        <a:rPr lang="nl-NL" sz="1000" b="1" kern="1200" dirty="0">
                          <a:solidFill>
                            <a:srgbClr val="293A65"/>
                          </a:solidFill>
                          <a:latin typeface="+mn-lt"/>
                          <a:ea typeface="+mn-ea"/>
                          <a:cs typeface="+mn-cs"/>
                        </a:rPr>
                        <a:t>Audit background</a:t>
                      </a:r>
                    </a:p>
                    <a:p>
                      <a:pPr marL="0" marR="0">
                        <a:spcBef>
                          <a:spcPts val="0"/>
                        </a:spcBef>
                        <a:spcAft>
                          <a:spcPts val="0"/>
                        </a:spcAft>
                      </a:pPr>
                      <a:r>
                        <a:rPr lang="nl-NL" sz="1000" b="0" kern="1200" dirty="0">
                          <a:solidFill>
                            <a:srgbClr val="293A65"/>
                          </a:solidFill>
                          <a:latin typeface="+mn-lt"/>
                          <a:ea typeface="+mn-ea"/>
                          <a:cs typeface="+mn-cs"/>
                        </a:rPr>
                        <a:t>[AUDIT BACKGROUND – REFER TO EL]</a:t>
                      </a:r>
                      <a:endParaRPr lang="en-US" sz="1000" b="0" kern="1200" dirty="0">
                        <a:solidFill>
                          <a:srgbClr val="293A65"/>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6984792"/>
                  </a:ext>
                </a:extLst>
              </a:tr>
              <a:tr h="1166700">
                <a:tc>
                  <a:txBody>
                    <a:bodyPr/>
                    <a:lstStyle/>
                    <a:p>
                      <a:r>
                        <a:rPr lang="nl-NL" sz="1000" b="1" kern="1200" dirty="0">
                          <a:solidFill>
                            <a:srgbClr val="293A65"/>
                          </a:solidFill>
                          <a:latin typeface="+mn-lt"/>
                          <a:ea typeface="+mn-ea"/>
                          <a:cs typeface="+mn-cs"/>
                        </a:rPr>
                        <a:t>Audit </a:t>
                      </a:r>
                      <a:r>
                        <a:rPr lang="nl-NL" sz="1000" b="1" kern="1200" dirty="0" err="1">
                          <a:solidFill>
                            <a:srgbClr val="293A65"/>
                          </a:solidFill>
                          <a:latin typeface="+mn-lt"/>
                          <a:ea typeface="+mn-ea"/>
                          <a:cs typeface="+mn-cs"/>
                        </a:rPr>
                        <a:t>work</a:t>
                      </a:r>
                      <a:r>
                        <a:rPr lang="nl-NL" sz="1000" b="1" kern="1200" dirty="0">
                          <a:solidFill>
                            <a:srgbClr val="293A65"/>
                          </a:solidFill>
                          <a:latin typeface="+mn-lt"/>
                          <a:ea typeface="+mn-ea"/>
                          <a:cs typeface="+mn-cs"/>
                        </a:rPr>
                        <a:t> </a:t>
                      </a:r>
                      <a:r>
                        <a:rPr lang="nl-NL" sz="1000" b="1" kern="1200" dirty="0" err="1">
                          <a:solidFill>
                            <a:srgbClr val="293A65"/>
                          </a:solidFill>
                          <a:latin typeface="+mn-lt"/>
                          <a:ea typeface="+mn-ea"/>
                          <a:cs typeface="+mn-cs"/>
                        </a:rPr>
                        <a:t>performed</a:t>
                      </a:r>
                      <a:endParaRPr lang="nl-NL" sz="1000" b="1" kern="1200" dirty="0">
                        <a:solidFill>
                          <a:srgbClr val="293A65"/>
                        </a:solidFill>
                        <a:latin typeface="+mn-lt"/>
                        <a:ea typeface="+mn-ea"/>
                        <a:cs typeface="+mn-cs"/>
                      </a:endParaRPr>
                    </a:p>
                    <a:p>
                      <a:r>
                        <a:rPr lang="nl-NL" sz="1000" kern="1200" dirty="0">
                          <a:solidFill>
                            <a:srgbClr val="293A65"/>
                          </a:solidFill>
                          <a:latin typeface="+mn-lt"/>
                          <a:ea typeface="+mn-ea"/>
                          <a:cs typeface="+mn-cs"/>
                        </a:rPr>
                        <a:t>[DESCRIPTION OF WORK PERFORMED]</a:t>
                      </a:r>
                      <a:endParaRPr lang="en-US" sz="1000" kern="1200" dirty="0">
                        <a:solidFill>
                          <a:srgbClr val="293A65"/>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4095449"/>
                  </a:ext>
                </a:extLst>
              </a:tr>
              <a:tr h="879656">
                <a:tc>
                  <a:txBody>
                    <a:bodyPr/>
                    <a:lstStyle/>
                    <a:p>
                      <a:pPr marL="0" indent="0">
                        <a:spcBef>
                          <a:spcPts val="0"/>
                        </a:spcBef>
                        <a:buFontTx/>
                        <a:buNone/>
                      </a:pPr>
                      <a:r>
                        <a:rPr lang="en-US" sz="1000" b="1" kern="1200" dirty="0">
                          <a:solidFill>
                            <a:srgbClr val="293A65"/>
                          </a:solidFill>
                          <a:latin typeface="+mn-lt"/>
                          <a:ea typeface="+mn-ea"/>
                          <a:cs typeface="+mn-cs"/>
                        </a:rPr>
                        <a:t>IPPF Standards</a:t>
                      </a:r>
                    </a:p>
                    <a:p>
                      <a:pPr marL="0" indent="0">
                        <a:spcBef>
                          <a:spcPts val="0"/>
                        </a:spcBef>
                        <a:buFontTx/>
                        <a:buNone/>
                      </a:pPr>
                      <a:r>
                        <a:rPr lang="en-US" sz="1000" kern="1200" dirty="0">
                          <a:solidFill>
                            <a:srgbClr val="293A65"/>
                          </a:solidFill>
                          <a:latin typeface="+mn-lt"/>
                          <a:ea typeface="+mn-ea"/>
                          <a:cs typeface="+mn-cs"/>
                        </a:rPr>
                        <a:t>This assurance engagement was executed in accordance with the International Standards for the Professional Practice of Internal Auditing (IPPF) as issued by The Institute of Internal Auditors (IIA).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6147368"/>
                  </a:ext>
                </a:extLst>
              </a:tr>
            </a:tbl>
          </a:graphicData>
        </a:graphic>
      </p:graphicFrame>
      <p:sp>
        <p:nvSpPr>
          <p:cNvPr id="7" name="Text Placeholder 8">
            <a:hlinkClick r:id="rId3" action="ppaction://hlinksldjump"/>
            <a:extLst>
              <a:ext uri="{FF2B5EF4-FFF2-40B4-BE49-F238E27FC236}">
                <a16:creationId xmlns:a16="http://schemas.microsoft.com/office/drawing/2014/main" id="{6B3FF7C5-18C3-D4BA-3042-51E9D6340A19}"/>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18" name="Text Placeholder 9">
            <a:hlinkClick r:id="rId4" action="ppaction://hlinksldjump"/>
            <a:extLst>
              <a:ext uri="{FF2B5EF4-FFF2-40B4-BE49-F238E27FC236}">
                <a16:creationId xmlns:a16="http://schemas.microsoft.com/office/drawing/2014/main" id="{CE8296FE-2556-3846-7D24-3467026DE332}"/>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23" name="Text Placeholder 10">
            <a:hlinkClick r:id="rId5" action="ppaction://hlinksldjump"/>
            <a:extLst>
              <a:ext uri="{FF2B5EF4-FFF2-40B4-BE49-F238E27FC236}">
                <a16:creationId xmlns:a16="http://schemas.microsoft.com/office/drawing/2014/main" id="{6E745866-29E0-3AEB-1B7C-8074BA4EEB5A}"/>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27" name="Text Placeholder 11">
            <a:hlinkClick r:id="rId6" action="ppaction://hlinksldjump"/>
            <a:extLst>
              <a:ext uri="{FF2B5EF4-FFF2-40B4-BE49-F238E27FC236}">
                <a16:creationId xmlns:a16="http://schemas.microsoft.com/office/drawing/2014/main" id="{9DE40984-05AA-B06D-2A42-A9E7E42F74DA}"/>
              </a:ext>
            </a:extLst>
          </p:cNvPr>
          <p:cNvSpPr txBox="1">
            <a:spLocks/>
          </p:cNvSpPr>
          <p:nvPr/>
        </p:nvSpPr>
        <p:spPr>
          <a:xfrm>
            <a:off x="8134930"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Findings and recommendations</a:t>
            </a:r>
          </a:p>
        </p:txBody>
      </p:sp>
      <p:sp>
        <p:nvSpPr>
          <p:cNvPr id="30" name="Text Placeholder 12">
            <a:hlinkClick r:id="rId7" action="ppaction://hlinksldjump"/>
            <a:extLst>
              <a:ext uri="{FF2B5EF4-FFF2-40B4-BE49-F238E27FC236}">
                <a16:creationId xmlns:a16="http://schemas.microsoft.com/office/drawing/2014/main" id="{506B8E9F-762B-218F-A993-10D1FD85A686}"/>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Tree>
    <p:extLst>
      <p:ext uri="{BB962C8B-B14F-4D97-AF65-F5344CB8AC3E}">
        <p14:creationId xmlns:p14="http://schemas.microsoft.com/office/powerpoint/2010/main" val="194095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25F75F-DDC6-725A-731D-45A3323AD6C4}"/>
              </a:ext>
            </a:extLst>
          </p:cNvPr>
          <p:cNvSpPr>
            <a:spLocks noGrp="1"/>
          </p:cNvSpPr>
          <p:nvPr>
            <p:ph type="sldNum" sz="quarter" idx="12"/>
          </p:nvPr>
        </p:nvSpPr>
        <p:spPr/>
        <p:txBody>
          <a:bodyPr/>
          <a:lstStyle/>
          <a:p>
            <a:fld id="{9C5C683D-CEB1-4F30-9DF4-65B979347242}" type="slidenum">
              <a:rPr lang="en-US" smtClean="0"/>
              <a:pPr/>
              <a:t>4</a:t>
            </a:fld>
            <a:endParaRPr lang="en-US"/>
          </a:p>
        </p:txBody>
      </p:sp>
      <p:sp>
        <p:nvSpPr>
          <p:cNvPr id="4" name="Text Placeholder 3">
            <a:extLst>
              <a:ext uri="{FF2B5EF4-FFF2-40B4-BE49-F238E27FC236}">
                <a16:creationId xmlns:a16="http://schemas.microsoft.com/office/drawing/2014/main" id="{77F7F2F0-9B18-22BB-0C69-A3442FE4147C}"/>
              </a:ext>
            </a:extLst>
          </p:cNvPr>
          <p:cNvSpPr>
            <a:spLocks noGrp="1"/>
          </p:cNvSpPr>
          <p:nvPr>
            <p:ph type="body" sz="quarter" idx="4294967295"/>
          </p:nvPr>
        </p:nvSpPr>
        <p:spPr>
          <a:xfrm>
            <a:off x="400051" y="1381125"/>
            <a:ext cx="1790700" cy="5000625"/>
          </a:xfrm>
        </p:spPr>
        <p:txBody>
          <a:bodyPr/>
          <a:lstStyle/>
          <a:p>
            <a:endParaRPr lang="en-US">
              <a:latin typeface="+mn-lt"/>
            </a:endParaRPr>
          </a:p>
          <a:p>
            <a:endParaRPr lang="en-US">
              <a:latin typeface="+mn-lt"/>
            </a:endParaRPr>
          </a:p>
          <a:p>
            <a:endParaRPr lang="en-US">
              <a:latin typeface="+mn-lt"/>
            </a:endParaRPr>
          </a:p>
          <a:p>
            <a:endParaRPr lang="en-US">
              <a:latin typeface="+mn-lt"/>
            </a:endParaRPr>
          </a:p>
          <a:p>
            <a:endParaRPr lang="en-US">
              <a:latin typeface="+mn-lt"/>
            </a:endParaRPr>
          </a:p>
          <a:p>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a:p>
            <a:pPr>
              <a:spcBef>
                <a:spcPts val="0"/>
              </a:spcBef>
            </a:pPr>
            <a:endParaRPr lang="en-US">
              <a:latin typeface="+mn-lt"/>
            </a:endParaRPr>
          </a:p>
        </p:txBody>
      </p:sp>
      <p:sp>
        <p:nvSpPr>
          <p:cNvPr id="21" name="Text Placeholder 8">
            <a:extLst>
              <a:ext uri="{FF2B5EF4-FFF2-40B4-BE49-F238E27FC236}">
                <a16:creationId xmlns:a16="http://schemas.microsoft.com/office/drawing/2014/main" id="{0226D7D2-4164-2A1E-5999-7DC64045B46E}"/>
              </a:ext>
            </a:extLst>
          </p:cNvPr>
          <p:cNvSpPr>
            <a:spLocks noGrp="1"/>
          </p:cNvSpPr>
          <p:nvPr>
            <p:ph type="body" sz="quarter" idx="28"/>
          </p:nvPr>
        </p:nvSpPr>
        <p:spPr>
          <a:xfrm>
            <a:off x="2040346" y="6477676"/>
            <a:ext cx="2016724" cy="374903"/>
          </a:xfrm>
          <a:gradFill>
            <a:gsLst>
              <a:gs pos="100000">
                <a:srgbClr val="0800B9"/>
              </a:gs>
              <a:gs pos="0">
                <a:srgbClr val="009EE3"/>
              </a:gs>
            </a:gsLst>
            <a:lin ang="10800000" scaled="1"/>
          </a:gradFill>
          <a:ln w="3175">
            <a:solidFill>
              <a:schemeClr val="bg1"/>
            </a:solidFill>
          </a:ln>
        </p:spPr>
        <p:txBody>
          <a:bodyPr/>
          <a:lstStyle/>
          <a:p>
            <a:pPr algn="ctr"/>
            <a:r>
              <a:rPr lang="en-US"/>
              <a:t>Executive summary</a:t>
            </a:r>
          </a:p>
        </p:txBody>
      </p:sp>
      <p:sp>
        <p:nvSpPr>
          <p:cNvPr id="30" name="Title 1">
            <a:extLst>
              <a:ext uri="{FF2B5EF4-FFF2-40B4-BE49-F238E27FC236}">
                <a16:creationId xmlns:a16="http://schemas.microsoft.com/office/drawing/2014/main" id="{2939A316-5F1B-152E-696D-078CFF54D7E7}"/>
              </a:ext>
            </a:extLst>
          </p:cNvPr>
          <p:cNvSpPr>
            <a:spLocks noGrp="1"/>
          </p:cNvSpPr>
          <p:nvPr>
            <p:ph type="title"/>
          </p:nvPr>
        </p:nvSpPr>
        <p:spPr>
          <a:xfrm>
            <a:off x="838201" y="365130"/>
            <a:ext cx="7873999" cy="617530"/>
          </a:xfrm>
        </p:spPr>
        <p:txBody>
          <a:bodyPr>
            <a:normAutofit/>
          </a:bodyPr>
          <a:lstStyle/>
          <a:p>
            <a:r>
              <a:rPr lang="en-US" sz="3600" dirty="0">
                <a:latin typeface="+mn-lt"/>
              </a:rPr>
              <a:t>Executive Summary</a:t>
            </a:r>
          </a:p>
        </p:txBody>
      </p:sp>
      <p:graphicFrame>
        <p:nvGraphicFramePr>
          <p:cNvPr id="3" name="Tableau 17">
            <a:extLst>
              <a:ext uri="{FF2B5EF4-FFF2-40B4-BE49-F238E27FC236}">
                <a16:creationId xmlns:a16="http://schemas.microsoft.com/office/drawing/2014/main" id="{F81D93D3-1E53-BC4C-418D-6836299C17F2}"/>
              </a:ext>
            </a:extLst>
          </p:cNvPr>
          <p:cNvGraphicFramePr>
            <a:graphicFrameLocks noGrp="1"/>
          </p:cNvGraphicFramePr>
          <p:nvPr>
            <p:extLst>
              <p:ext uri="{D42A27DB-BD31-4B8C-83A1-F6EECF244321}">
                <p14:modId xmlns:p14="http://schemas.microsoft.com/office/powerpoint/2010/main" val="3586100237"/>
              </p:ext>
            </p:extLst>
          </p:nvPr>
        </p:nvGraphicFramePr>
        <p:xfrm>
          <a:off x="544467" y="1591678"/>
          <a:ext cx="5843279" cy="2362148"/>
        </p:xfrm>
        <a:graphic>
          <a:graphicData uri="http://schemas.openxmlformats.org/drawingml/2006/table">
            <a:tbl>
              <a:tblPr firstRow="1" bandRow="1">
                <a:tableStyleId>{5C22544A-7EE6-4342-B048-85BDC9FD1C3A}</a:tableStyleId>
              </a:tblPr>
              <a:tblGrid>
                <a:gridCol w="5843279">
                  <a:extLst>
                    <a:ext uri="{9D8B030D-6E8A-4147-A177-3AD203B41FA5}">
                      <a16:colId xmlns:a16="http://schemas.microsoft.com/office/drawing/2014/main" val="1878517457"/>
                    </a:ext>
                  </a:extLst>
                </a:gridCol>
              </a:tblGrid>
              <a:tr h="23621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a:solidFill>
                            <a:srgbClr val="293A65"/>
                          </a:solidFill>
                          <a:latin typeface="+mn-lt"/>
                          <a:ea typeface="+mn-ea"/>
                          <a:cs typeface="+mn-cs"/>
                        </a:rPr>
                        <a:t>Audit conclusion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dirty="0">
                          <a:solidFill>
                            <a:srgbClr val="293A65"/>
                          </a:solidFill>
                          <a:latin typeface="+mn-lt"/>
                          <a:ea typeface="+mn-ea"/>
                          <a:cs typeface="+mn-cs"/>
                        </a:rPr>
                        <a:t>[AUDIT SUMMARY IN A4 FORMAT – INCLUDING PURPOSE OF THE AUDIT] + </a:t>
                      </a:r>
                      <a:r>
                        <a:rPr lang="en-US" sz="1000" b="0" kern="1200" dirty="0">
                          <a:solidFill>
                            <a:srgbClr val="293A65"/>
                          </a:solidFill>
                          <a:latin typeface="+mn-lt"/>
                          <a:ea typeface="+mn-ea"/>
                          <a:cs typeface="+mn-cs"/>
                        </a:rPr>
                        <a:t>CONCLUSION ON THE GRADING – SINCE THE GRADING DEFINITION IS NOT INCLUDED IN THE APPENDIX OF THE REPORT, IT IS REQUIRED TO MENTION THE APPLICABLE GRADING DEFINITION]</a:t>
                      </a:r>
                    </a:p>
                    <a:p>
                      <a:pPr marL="0" marR="0" algn="l">
                        <a:spcBef>
                          <a:spcPts val="0"/>
                        </a:spcBef>
                        <a:spcAft>
                          <a:spcPts val="0"/>
                        </a:spcAft>
                      </a:pPr>
                      <a:endParaRPr lang="en-US" sz="1000" b="0" kern="1200" dirty="0">
                        <a:solidFill>
                          <a:srgbClr val="293A65"/>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6984792"/>
                  </a:ext>
                </a:extLst>
              </a:tr>
            </a:tbl>
          </a:graphicData>
        </a:graphic>
      </p:graphicFrame>
      <p:graphicFrame>
        <p:nvGraphicFramePr>
          <p:cNvPr id="5" name="Tableau 5">
            <a:extLst>
              <a:ext uri="{FF2B5EF4-FFF2-40B4-BE49-F238E27FC236}">
                <a16:creationId xmlns:a16="http://schemas.microsoft.com/office/drawing/2014/main" id="{ACF65153-25B0-2821-15D7-D760BD818162}"/>
              </a:ext>
            </a:extLst>
          </p:cNvPr>
          <p:cNvGraphicFramePr>
            <a:graphicFrameLocks noGrp="1"/>
          </p:cNvGraphicFramePr>
          <p:nvPr>
            <p:extLst>
              <p:ext uri="{D42A27DB-BD31-4B8C-83A1-F6EECF244321}">
                <p14:modId xmlns:p14="http://schemas.microsoft.com/office/powerpoint/2010/main" val="1072400602"/>
              </p:ext>
            </p:extLst>
          </p:nvPr>
        </p:nvGraphicFramePr>
        <p:xfrm>
          <a:off x="687897" y="4088136"/>
          <a:ext cx="11232165" cy="2012931"/>
        </p:xfrm>
        <a:graphic>
          <a:graphicData uri="http://schemas.openxmlformats.org/drawingml/2006/table">
            <a:tbl>
              <a:tblPr firstRow="1" bandRow="1">
                <a:tableStyleId>{69012ECD-51FC-41F1-AA8D-1B2483CD663E}</a:tableStyleId>
              </a:tblPr>
              <a:tblGrid>
                <a:gridCol w="4345497">
                  <a:extLst>
                    <a:ext uri="{9D8B030D-6E8A-4147-A177-3AD203B41FA5}">
                      <a16:colId xmlns:a16="http://schemas.microsoft.com/office/drawing/2014/main" val="3865035263"/>
                    </a:ext>
                  </a:extLst>
                </a:gridCol>
                <a:gridCol w="4253219">
                  <a:extLst>
                    <a:ext uri="{9D8B030D-6E8A-4147-A177-3AD203B41FA5}">
                      <a16:colId xmlns:a16="http://schemas.microsoft.com/office/drawing/2014/main" val="4134940465"/>
                    </a:ext>
                  </a:extLst>
                </a:gridCol>
                <a:gridCol w="2633449">
                  <a:extLst>
                    <a:ext uri="{9D8B030D-6E8A-4147-A177-3AD203B41FA5}">
                      <a16:colId xmlns:a16="http://schemas.microsoft.com/office/drawing/2014/main" val="3681852164"/>
                    </a:ext>
                  </a:extLst>
                </a:gridCol>
              </a:tblGrid>
              <a:tr h="233623">
                <a:tc gridSpan="3">
                  <a:txBody>
                    <a:bodyPr/>
                    <a:lstStyle/>
                    <a:p>
                      <a:pPr algn="l"/>
                      <a:r>
                        <a:rPr lang="en-US" sz="1000" b="1" kern="1200" noProof="0" dirty="0">
                          <a:solidFill>
                            <a:schemeClr val="bg1"/>
                          </a:solidFill>
                          <a:latin typeface="+mn-lt"/>
                          <a:ea typeface="+mn-ea"/>
                          <a:cs typeface="+mn-cs"/>
                        </a:rPr>
                        <a:t>Main findings                                                                                                      Recommendation                                                                                           Finding owner</a:t>
                      </a:r>
                    </a:p>
                  </a:txBody>
                  <a:tcPr marL="79234" marR="79234" marT="39616" marB="39616" anchor="ctr">
                    <a:lnL w="9525" cap="flat" cmpd="sng" algn="ctr">
                      <a:noFill/>
                      <a:prstDash val="sysDash"/>
                      <a:round/>
                      <a:headEnd type="none" w="med" len="med"/>
                      <a:tailEnd type="none" w="med" len="med"/>
                    </a:lnL>
                    <a:lnR w="9525" cap="flat" cmpd="sng" algn="ctr">
                      <a:noFill/>
                      <a:prstDash val="sysDash"/>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100000">
                          <a:srgbClr val="0000B9"/>
                        </a:gs>
                        <a:gs pos="0">
                          <a:srgbClr val="009EE3"/>
                        </a:gs>
                      </a:gsLst>
                      <a:lin ang="10800000" scaled="1"/>
                      <a:tileRect/>
                    </a:gradFill>
                  </a:tcPr>
                </a:tc>
                <a:tc hMerge="1">
                  <a:txBody>
                    <a:bodyPr/>
                    <a:lstStyle/>
                    <a:p>
                      <a:pPr algn="ctr"/>
                      <a:r>
                        <a:rPr lang="fr-FR" sz="1100" b="1" kern="1200" noProof="0" err="1">
                          <a:solidFill>
                            <a:schemeClr val="bg1"/>
                          </a:solidFill>
                          <a:latin typeface="+mn-lt"/>
                          <a:ea typeface="+mn-ea"/>
                          <a:cs typeface="+mn-cs"/>
                        </a:rPr>
                        <a:t>Recommendation</a:t>
                      </a:r>
                      <a:endParaRPr lang="fr-FR" sz="1100" b="1" kern="1200" noProof="0">
                        <a:solidFill>
                          <a:schemeClr val="bg1"/>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ysDash"/>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0800B9">
                            <a:shade val="30000"/>
                            <a:satMod val="115000"/>
                          </a:srgbClr>
                        </a:gs>
                        <a:gs pos="50000">
                          <a:srgbClr val="0800B9">
                            <a:shade val="67500"/>
                            <a:satMod val="115000"/>
                          </a:srgbClr>
                        </a:gs>
                        <a:gs pos="100000">
                          <a:srgbClr val="0800B9">
                            <a:shade val="100000"/>
                            <a:satMod val="115000"/>
                          </a:srgbClr>
                        </a:gs>
                      </a:gsLst>
                      <a:lin ang="10800000" scaled="1"/>
                      <a:tileRect/>
                    </a:gradFill>
                  </a:tcPr>
                </a:tc>
                <a:tc hMerge="1">
                  <a:txBody>
                    <a:bodyPr/>
                    <a:lstStyle/>
                    <a:p>
                      <a:pPr algn="ctr"/>
                      <a:r>
                        <a:rPr lang="fr-FR" sz="1100" b="1" kern="1200" noProof="0">
                          <a:solidFill>
                            <a:schemeClr val="bg1"/>
                          </a:solidFill>
                          <a:latin typeface="+mn-lt"/>
                          <a:ea typeface="+mn-ea"/>
                          <a:cs typeface="+mn-cs"/>
                        </a:rPr>
                        <a:t>Action plan </a:t>
                      </a:r>
                      <a:r>
                        <a:rPr lang="fr-FR" sz="1100" b="1" kern="1200" noProof="0" err="1">
                          <a:solidFill>
                            <a:schemeClr val="bg1"/>
                          </a:solidFill>
                          <a:latin typeface="+mn-lt"/>
                          <a:ea typeface="+mn-ea"/>
                          <a:cs typeface="+mn-cs"/>
                        </a:rPr>
                        <a:t>owner</a:t>
                      </a:r>
                      <a:endParaRPr lang="fr-FR" sz="1100" b="1" kern="1200" noProof="0">
                        <a:solidFill>
                          <a:schemeClr val="bg1"/>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ysDash"/>
                      <a:round/>
                      <a:headEnd type="none" w="med" len="med"/>
                      <a:tailEnd type="none" w="med" len="med"/>
                    </a:lnR>
                    <a:lnT w="9525" cap="flat" cmpd="sng" algn="ctr">
                      <a:noFill/>
                      <a:prstDash val="sysDash"/>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rgbClr val="0800B9">
                            <a:shade val="30000"/>
                            <a:satMod val="115000"/>
                          </a:srgbClr>
                        </a:gs>
                        <a:gs pos="50000">
                          <a:srgbClr val="0800B9">
                            <a:shade val="67500"/>
                            <a:satMod val="115000"/>
                          </a:srgbClr>
                        </a:gs>
                        <a:gs pos="100000">
                          <a:srgbClr val="0800B9">
                            <a:shade val="100000"/>
                            <a:satMod val="115000"/>
                          </a:srgbClr>
                        </a:gs>
                      </a:gsLst>
                      <a:lin ang="10800000" scaled="1"/>
                      <a:tileRect/>
                    </a:gradFill>
                  </a:tcPr>
                </a:tc>
                <a:extLst>
                  <a:ext uri="{0D108BD9-81ED-4DB2-BD59-A6C34878D82A}">
                    <a16:rowId xmlns:a16="http://schemas.microsoft.com/office/drawing/2014/main" val="2975802639"/>
                  </a:ext>
                </a:extLst>
              </a:tr>
              <a:tr h="57271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nl-NL" sz="1000" kern="1200" dirty="0">
                          <a:solidFill>
                            <a:srgbClr val="293A65"/>
                          </a:solidFill>
                          <a:latin typeface="+mn-lt"/>
                          <a:ea typeface="+mn-ea"/>
                          <a:cs typeface="+mn-cs"/>
                        </a:rPr>
                        <a:t>[HIGH RISK/MAIN MEDIUM RISK FINDINGS in case of no high risk </a:t>
                      </a:r>
                      <a:r>
                        <a:rPr lang="nl-NL" sz="1000" kern="1200" dirty="0" err="1">
                          <a:solidFill>
                            <a:srgbClr val="293A65"/>
                          </a:solidFill>
                          <a:latin typeface="+mn-lt"/>
                          <a:ea typeface="+mn-ea"/>
                          <a:cs typeface="+mn-cs"/>
                        </a:rPr>
                        <a:t>findings</a:t>
                      </a:r>
                      <a:r>
                        <a:rPr lang="nl-NL" sz="1000" kern="1200" dirty="0">
                          <a:solidFill>
                            <a:srgbClr val="293A65"/>
                          </a:solidFill>
                          <a:latin typeface="+mn-lt"/>
                          <a:ea typeface="+mn-ea"/>
                          <a:cs typeface="+mn-cs"/>
                        </a:rPr>
                        <a:t>]</a:t>
                      </a:r>
                      <a:endParaRPr lang="en-US" sz="1000" kern="1200" dirty="0">
                        <a:solidFill>
                          <a:srgbClr val="293A65"/>
                        </a:solidFill>
                        <a:latin typeface="+mn-lt"/>
                        <a:ea typeface="+mn-ea"/>
                        <a:cs typeface="+mn-cs"/>
                      </a:endParaRPr>
                    </a:p>
                    <a:p>
                      <a:pPr marL="0" algn="just" defTabSz="914400" rtl="0" eaLnBrk="1" latinLnBrk="0" hangingPunct="1"/>
                      <a:endParaRPr lang="en-US" sz="1000" kern="1200" noProof="0" dirty="0">
                        <a:solidFill>
                          <a:srgbClr val="293A65"/>
                        </a:solidFill>
                        <a:latin typeface="+mn-lt"/>
                        <a:ea typeface="+mn-ea"/>
                        <a:cs typeface="+mn-cs"/>
                      </a:endParaRPr>
                    </a:p>
                  </a:txBody>
                  <a:tcPr marL="79234" marR="79234" marT="39616" marB="39616" anchor="ctr">
                    <a:lnL w="9525" cap="flat" cmpd="sng" algn="ctr">
                      <a:noFill/>
                      <a:prstDash val="sysDash"/>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nl-NL" sz="1000" kern="1200">
                          <a:solidFill>
                            <a:srgbClr val="293A65"/>
                          </a:solidFill>
                          <a:latin typeface="+mn-lt"/>
                          <a:ea typeface="+mn-ea"/>
                          <a:cs typeface="+mn-cs"/>
                        </a:rPr>
                        <a:t>[RECOMMENDATION]</a:t>
                      </a:r>
                      <a:endParaRPr lang="en-US" sz="1000" kern="1200">
                        <a:solidFill>
                          <a:srgbClr val="293A65"/>
                        </a:solidFill>
                        <a:latin typeface="+mn-lt"/>
                        <a:ea typeface="+mn-ea"/>
                        <a:cs typeface="+mn-cs"/>
                      </a:endParaRPr>
                    </a:p>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nl-NL" sz="1000" kern="1200">
                          <a:solidFill>
                            <a:srgbClr val="293A65"/>
                          </a:solidFill>
                          <a:latin typeface="+mn-lt"/>
                          <a:ea typeface="+mn-ea"/>
                          <a:cs typeface="+mn-cs"/>
                        </a:rPr>
                        <a:t>[FINDING OWNER]</a:t>
                      </a:r>
                      <a:endParaRPr lang="en-US" sz="1000" kern="1200">
                        <a:solidFill>
                          <a:srgbClr val="293A65"/>
                        </a:solidFill>
                        <a:latin typeface="+mn-lt"/>
                        <a:ea typeface="+mn-ea"/>
                        <a:cs typeface="+mn-cs"/>
                      </a:endParaRPr>
                    </a:p>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ysDash"/>
                      <a:round/>
                      <a:headEnd type="none" w="med" len="med"/>
                      <a:tailEnd type="none" w="med" len="med"/>
                    </a:lnR>
                    <a:lnT w="9525" cap="flat" cmpd="sng" algn="ctr">
                      <a:no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0608533"/>
                  </a:ext>
                </a:extLst>
              </a:tr>
              <a:tr h="278514">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ysDash"/>
                      <a:round/>
                      <a:headEnd type="none" w="med" len="med"/>
                      <a:tailEnd type="none" w="med" len="med"/>
                    </a:lnL>
                    <a:lnR w="9525" cap="flat" cmpd="sng" algn="ctr">
                      <a:noFill/>
                      <a:prstDash val="solid"/>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ysDash"/>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7927265"/>
                  </a:ext>
                </a:extLst>
              </a:tr>
              <a:tr h="355366">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ysDash"/>
                      <a:round/>
                      <a:headEnd type="none" w="med" len="med"/>
                      <a:tailEnd type="none" w="med" len="med"/>
                    </a:lnL>
                    <a:lnR w="9525" cap="flat" cmpd="sng" algn="ctr">
                      <a:noFill/>
                      <a:prstDash val="solid"/>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ysDash"/>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6033592"/>
                  </a:ext>
                </a:extLst>
              </a:tr>
              <a:tr h="57271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000" kern="1200">
                        <a:solidFill>
                          <a:srgbClr val="293A65"/>
                        </a:solidFill>
                        <a:latin typeface="+mn-lt"/>
                        <a:ea typeface="+mn-ea"/>
                        <a:cs typeface="+mn-cs"/>
                      </a:endParaRPr>
                    </a:p>
                  </a:txBody>
                  <a:tcPr marL="79234" marR="79234" marT="39616" marB="39616" anchor="ctr">
                    <a:lnL w="9525" cap="flat" cmpd="sng" algn="ctr">
                      <a:noFill/>
                      <a:prstDash val="sysDash"/>
                      <a:round/>
                      <a:headEnd type="none" w="med" len="med"/>
                      <a:tailEnd type="none" w="med" len="med"/>
                    </a:lnL>
                    <a:lnR w="9525" cap="flat" cmpd="sng" algn="ctr">
                      <a:noFill/>
                      <a:prstDash val="solid"/>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endParaRPr lang="en-US" sz="1000" kern="1200" noProof="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just" defTabSz="914400" rtl="0" eaLnBrk="1" latinLnBrk="0" hangingPunct="1"/>
                      <a:endParaRPr lang="en-US" sz="1000" kern="1200" noProof="0" dirty="0">
                        <a:solidFill>
                          <a:srgbClr val="293A65"/>
                        </a:solidFill>
                        <a:latin typeface="+mn-lt"/>
                        <a:ea typeface="+mn-ea"/>
                        <a:cs typeface="+mn-cs"/>
                      </a:endParaRPr>
                    </a:p>
                  </a:txBody>
                  <a:tcPr marL="79234" marR="79234" marT="39616" marB="39616" anchor="ctr">
                    <a:lnL w="9525" cap="flat" cmpd="sng" algn="ctr">
                      <a:noFill/>
                      <a:prstDash val="solid"/>
                      <a:round/>
                      <a:headEnd type="none" w="med" len="med"/>
                      <a:tailEnd type="none" w="med" len="med"/>
                    </a:lnL>
                    <a:lnR w="9525" cap="flat" cmpd="sng" algn="ctr">
                      <a:noFill/>
                      <a:prstDash val="sysDash"/>
                      <a:round/>
                      <a:headEnd type="none" w="med" len="med"/>
                      <a:tailEnd type="none" w="med" len="med"/>
                    </a:lnR>
                    <a:lnT w="12700" cap="flat" cmpd="sng" algn="ctr">
                      <a:solidFill>
                        <a:srgbClr val="E4E9FC"/>
                      </a:solidFill>
                      <a:prstDash val="solid"/>
                      <a:round/>
                      <a:headEnd type="none" w="med" len="med"/>
                      <a:tailEnd type="none" w="med" len="med"/>
                    </a:lnT>
                    <a:lnB w="12700" cap="flat" cmpd="sng" algn="ctr">
                      <a:solidFill>
                        <a:srgbClr val="E4E9F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4981959"/>
                  </a:ext>
                </a:extLst>
              </a:tr>
            </a:tbl>
          </a:graphicData>
        </a:graphic>
      </p:graphicFrame>
      <p:graphicFrame>
        <p:nvGraphicFramePr>
          <p:cNvPr id="8" name="Table 9">
            <a:extLst>
              <a:ext uri="{FF2B5EF4-FFF2-40B4-BE49-F238E27FC236}">
                <a16:creationId xmlns:a16="http://schemas.microsoft.com/office/drawing/2014/main" id="{4B5A1AE6-B26D-FE70-DE0A-52B0D396D659}"/>
              </a:ext>
            </a:extLst>
          </p:cNvPr>
          <p:cNvGraphicFramePr>
            <a:graphicFrameLocks noGrp="1"/>
          </p:cNvGraphicFramePr>
          <p:nvPr>
            <p:extLst>
              <p:ext uri="{D42A27DB-BD31-4B8C-83A1-F6EECF244321}">
                <p14:modId xmlns:p14="http://schemas.microsoft.com/office/powerpoint/2010/main" val="2135658663"/>
              </p:ext>
            </p:extLst>
          </p:nvPr>
        </p:nvGraphicFramePr>
        <p:xfrm>
          <a:off x="570844" y="1211794"/>
          <a:ext cx="3591321" cy="243840"/>
        </p:xfrm>
        <a:graphic>
          <a:graphicData uri="http://schemas.openxmlformats.org/drawingml/2006/table">
            <a:tbl>
              <a:tblPr firstRow="1" bandRow="1">
                <a:tableStyleId>{5C22544A-7EE6-4342-B048-85BDC9FD1C3A}</a:tableStyleId>
              </a:tblPr>
              <a:tblGrid>
                <a:gridCol w="834383">
                  <a:extLst>
                    <a:ext uri="{9D8B030D-6E8A-4147-A177-3AD203B41FA5}">
                      <a16:colId xmlns:a16="http://schemas.microsoft.com/office/drawing/2014/main" val="3136354501"/>
                    </a:ext>
                  </a:extLst>
                </a:gridCol>
                <a:gridCol w="2756938">
                  <a:extLst>
                    <a:ext uri="{9D8B030D-6E8A-4147-A177-3AD203B41FA5}">
                      <a16:colId xmlns:a16="http://schemas.microsoft.com/office/drawing/2014/main" val="899845951"/>
                    </a:ext>
                  </a:extLst>
                </a:gridCol>
              </a:tblGrid>
              <a:tr h="241382">
                <a:tc>
                  <a:txBody>
                    <a:bodyPr/>
                    <a:lstStyle/>
                    <a:p>
                      <a:r>
                        <a:rPr lang="en-US" sz="1000" dirty="0"/>
                        <a:t>Audit title</a:t>
                      </a:r>
                    </a:p>
                  </a:txBody>
                  <a:tcPr>
                    <a:solidFill>
                      <a:srgbClr val="B6C0CD"/>
                    </a:solidFill>
                  </a:tcPr>
                </a:tc>
                <a:tc>
                  <a:txBody>
                    <a:bodyPr/>
                    <a:lstStyle/>
                    <a:p>
                      <a:r>
                        <a:rPr lang="en-US" sz="1000" kern="1200" dirty="0">
                          <a:solidFill>
                            <a:srgbClr val="293A65"/>
                          </a:solidFill>
                          <a:latin typeface="+mn-lt"/>
                          <a:ea typeface="+mn-ea"/>
                          <a:cs typeface="+mn-cs"/>
                        </a:rPr>
                        <a:t>XXX</a:t>
                      </a:r>
                    </a:p>
                  </a:txBody>
                  <a:tcPr>
                    <a:solidFill>
                      <a:srgbClr val="D6DCE5"/>
                    </a:solidFill>
                  </a:tcPr>
                </a:tc>
                <a:extLst>
                  <a:ext uri="{0D108BD9-81ED-4DB2-BD59-A6C34878D82A}">
                    <a16:rowId xmlns:a16="http://schemas.microsoft.com/office/drawing/2014/main" val="4097358047"/>
                  </a:ext>
                </a:extLst>
              </a:tr>
            </a:tbl>
          </a:graphicData>
        </a:graphic>
      </p:graphicFrame>
      <p:graphicFrame>
        <p:nvGraphicFramePr>
          <p:cNvPr id="10" name="Table 9">
            <a:extLst>
              <a:ext uri="{FF2B5EF4-FFF2-40B4-BE49-F238E27FC236}">
                <a16:creationId xmlns:a16="http://schemas.microsoft.com/office/drawing/2014/main" id="{0B1950AF-2D4F-99A4-4064-C2587E914F03}"/>
              </a:ext>
            </a:extLst>
          </p:cNvPr>
          <p:cNvGraphicFramePr>
            <a:graphicFrameLocks noGrp="1"/>
          </p:cNvGraphicFramePr>
          <p:nvPr>
            <p:extLst>
              <p:ext uri="{D42A27DB-BD31-4B8C-83A1-F6EECF244321}">
                <p14:modId xmlns:p14="http://schemas.microsoft.com/office/powerpoint/2010/main" val="4062282826"/>
              </p:ext>
            </p:extLst>
          </p:nvPr>
        </p:nvGraphicFramePr>
        <p:xfrm>
          <a:off x="4280065" y="1211794"/>
          <a:ext cx="2172258" cy="243840"/>
        </p:xfrm>
        <a:graphic>
          <a:graphicData uri="http://schemas.openxmlformats.org/drawingml/2006/table">
            <a:tbl>
              <a:tblPr firstRow="1" bandRow="1">
                <a:tableStyleId>{5C22544A-7EE6-4342-B048-85BDC9FD1C3A}</a:tableStyleId>
              </a:tblPr>
              <a:tblGrid>
                <a:gridCol w="764562">
                  <a:extLst>
                    <a:ext uri="{9D8B030D-6E8A-4147-A177-3AD203B41FA5}">
                      <a16:colId xmlns:a16="http://schemas.microsoft.com/office/drawing/2014/main" val="3136354501"/>
                    </a:ext>
                  </a:extLst>
                </a:gridCol>
                <a:gridCol w="1407696">
                  <a:extLst>
                    <a:ext uri="{9D8B030D-6E8A-4147-A177-3AD203B41FA5}">
                      <a16:colId xmlns:a16="http://schemas.microsoft.com/office/drawing/2014/main" val="899845951"/>
                    </a:ext>
                  </a:extLst>
                </a:gridCol>
              </a:tblGrid>
              <a:tr h="241382">
                <a:tc>
                  <a:txBody>
                    <a:bodyPr/>
                    <a:lstStyle/>
                    <a:p>
                      <a:r>
                        <a:rPr lang="en-US" sz="1000" dirty="0"/>
                        <a:t>Domain</a:t>
                      </a:r>
                    </a:p>
                  </a:txBody>
                  <a:tcPr>
                    <a:solidFill>
                      <a:srgbClr val="B6C0CD"/>
                    </a:solidFill>
                  </a:tcPr>
                </a:tc>
                <a:tc>
                  <a:txBody>
                    <a:bodyPr/>
                    <a:lstStyle/>
                    <a:p>
                      <a:r>
                        <a:rPr lang="en-US" sz="1000" kern="1200" dirty="0">
                          <a:solidFill>
                            <a:srgbClr val="293A65"/>
                          </a:solidFill>
                          <a:latin typeface="+mn-lt"/>
                          <a:ea typeface="+mn-ea"/>
                          <a:cs typeface="+mn-cs"/>
                        </a:rPr>
                        <a:t>XXX</a:t>
                      </a:r>
                    </a:p>
                  </a:txBody>
                  <a:tcPr>
                    <a:solidFill>
                      <a:srgbClr val="D6DCE5"/>
                    </a:solidFill>
                  </a:tcPr>
                </a:tc>
                <a:extLst>
                  <a:ext uri="{0D108BD9-81ED-4DB2-BD59-A6C34878D82A}">
                    <a16:rowId xmlns:a16="http://schemas.microsoft.com/office/drawing/2014/main" val="4097358047"/>
                  </a:ext>
                </a:extLst>
              </a:tr>
            </a:tbl>
          </a:graphicData>
        </a:graphic>
      </p:graphicFrame>
      <p:graphicFrame>
        <p:nvGraphicFramePr>
          <p:cNvPr id="11" name="Table 9">
            <a:extLst>
              <a:ext uri="{FF2B5EF4-FFF2-40B4-BE49-F238E27FC236}">
                <a16:creationId xmlns:a16="http://schemas.microsoft.com/office/drawing/2014/main" id="{445380FA-987B-2088-2E57-A543652FADC8}"/>
              </a:ext>
            </a:extLst>
          </p:cNvPr>
          <p:cNvGraphicFramePr>
            <a:graphicFrameLocks noGrp="1"/>
          </p:cNvGraphicFramePr>
          <p:nvPr>
            <p:extLst>
              <p:ext uri="{D42A27DB-BD31-4B8C-83A1-F6EECF244321}">
                <p14:modId xmlns:p14="http://schemas.microsoft.com/office/powerpoint/2010/main" val="521539857"/>
              </p:ext>
            </p:extLst>
          </p:nvPr>
        </p:nvGraphicFramePr>
        <p:xfrm>
          <a:off x="9457327" y="1211794"/>
          <a:ext cx="2532585" cy="243840"/>
        </p:xfrm>
        <a:graphic>
          <a:graphicData uri="http://schemas.openxmlformats.org/drawingml/2006/table">
            <a:tbl>
              <a:tblPr firstRow="1" bandRow="1">
                <a:tableStyleId>{5C22544A-7EE6-4342-B048-85BDC9FD1C3A}</a:tableStyleId>
              </a:tblPr>
              <a:tblGrid>
                <a:gridCol w="1303037">
                  <a:extLst>
                    <a:ext uri="{9D8B030D-6E8A-4147-A177-3AD203B41FA5}">
                      <a16:colId xmlns:a16="http://schemas.microsoft.com/office/drawing/2014/main" val="3136354501"/>
                    </a:ext>
                  </a:extLst>
                </a:gridCol>
                <a:gridCol w="1229548">
                  <a:extLst>
                    <a:ext uri="{9D8B030D-6E8A-4147-A177-3AD203B41FA5}">
                      <a16:colId xmlns:a16="http://schemas.microsoft.com/office/drawing/2014/main" val="899845951"/>
                    </a:ext>
                  </a:extLst>
                </a:gridCol>
              </a:tblGrid>
              <a:tr h="241382">
                <a:tc>
                  <a:txBody>
                    <a:bodyPr/>
                    <a:lstStyle/>
                    <a:p>
                      <a:r>
                        <a:rPr lang="en-US" sz="1000" dirty="0"/>
                        <a:t>Process risk </a:t>
                      </a:r>
                      <a:r>
                        <a:rPr lang="en-US" sz="700" dirty="0"/>
                        <a:t>(gross)</a:t>
                      </a:r>
                      <a:endParaRPr lang="en-US" sz="1000" dirty="0"/>
                    </a:p>
                  </a:txBody>
                  <a:tcPr>
                    <a:solidFill>
                      <a:srgbClr val="B6C0CD"/>
                    </a:solidFill>
                  </a:tcPr>
                </a:tc>
                <a:tc>
                  <a:txBody>
                    <a:bodyPr/>
                    <a:lstStyle/>
                    <a:p>
                      <a:r>
                        <a:rPr lang="en-US" sz="1000" kern="1200" dirty="0">
                          <a:solidFill>
                            <a:srgbClr val="293A65"/>
                          </a:solidFill>
                          <a:latin typeface="+mn-lt"/>
                          <a:ea typeface="+mn-ea"/>
                          <a:cs typeface="+mn-cs"/>
                        </a:rPr>
                        <a:t>XXX</a:t>
                      </a:r>
                    </a:p>
                  </a:txBody>
                  <a:tcPr>
                    <a:solidFill>
                      <a:srgbClr val="D6DCE5"/>
                    </a:solidFill>
                  </a:tcPr>
                </a:tc>
                <a:extLst>
                  <a:ext uri="{0D108BD9-81ED-4DB2-BD59-A6C34878D82A}">
                    <a16:rowId xmlns:a16="http://schemas.microsoft.com/office/drawing/2014/main" val="4097358047"/>
                  </a:ext>
                </a:extLst>
              </a:tr>
            </a:tbl>
          </a:graphicData>
        </a:graphic>
      </p:graphicFrame>
      <p:graphicFrame>
        <p:nvGraphicFramePr>
          <p:cNvPr id="12" name="Table 9">
            <a:extLst>
              <a:ext uri="{FF2B5EF4-FFF2-40B4-BE49-F238E27FC236}">
                <a16:creationId xmlns:a16="http://schemas.microsoft.com/office/drawing/2014/main" id="{4CEB2B49-4D0F-F508-E6A4-299888E25353}"/>
              </a:ext>
            </a:extLst>
          </p:cNvPr>
          <p:cNvGraphicFramePr>
            <a:graphicFrameLocks noGrp="1"/>
          </p:cNvGraphicFramePr>
          <p:nvPr>
            <p:extLst>
              <p:ext uri="{D42A27DB-BD31-4B8C-83A1-F6EECF244321}">
                <p14:modId xmlns:p14="http://schemas.microsoft.com/office/powerpoint/2010/main" val="1991159854"/>
              </p:ext>
            </p:extLst>
          </p:nvPr>
        </p:nvGraphicFramePr>
        <p:xfrm>
          <a:off x="6570222" y="1211794"/>
          <a:ext cx="2769206" cy="243840"/>
        </p:xfrm>
        <a:graphic>
          <a:graphicData uri="http://schemas.openxmlformats.org/drawingml/2006/table">
            <a:tbl>
              <a:tblPr firstRow="1" bandRow="1">
                <a:tableStyleId>{5C22544A-7EE6-4342-B048-85BDC9FD1C3A}</a:tableStyleId>
              </a:tblPr>
              <a:tblGrid>
                <a:gridCol w="924092">
                  <a:extLst>
                    <a:ext uri="{9D8B030D-6E8A-4147-A177-3AD203B41FA5}">
                      <a16:colId xmlns:a16="http://schemas.microsoft.com/office/drawing/2014/main" val="3136354501"/>
                    </a:ext>
                  </a:extLst>
                </a:gridCol>
                <a:gridCol w="1845114">
                  <a:extLst>
                    <a:ext uri="{9D8B030D-6E8A-4147-A177-3AD203B41FA5}">
                      <a16:colId xmlns:a16="http://schemas.microsoft.com/office/drawing/2014/main" val="899845951"/>
                    </a:ext>
                  </a:extLst>
                </a:gridCol>
              </a:tblGrid>
              <a:tr h="131052">
                <a:tc>
                  <a:txBody>
                    <a:bodyPr/>
                    <a:lstStyle/>
                    <a:p>
                      <a:r>
                        <a:rPr lang="en-US" sz="1000" dirty="0"/>
                        <a:t>Key figures</a:t>
                      </a:r>
                    </a:p>
                  </a:txBody>
                  <a:tcPr>
                    <a:solidFill>
                      <a:srgbClr val="B6C0CD"/>
                    </a:solidFill>
                  </a:tcPr>
                </a:tc>
                <a:tc>
                  <a:txBody>
                    <a:bodyPr/>
                    <a:lstStyle/>
                    <a:p>
                      <a:r>
                        <a:rPr lang="en-US" sz="1000" kern="1200" dirty="0">
                          <a:solidFill>
                            <a:srgbClr val="293A65"/>
                          </a:solidFill>
                          <a:latin typeface="+mn-lt"/>
                          <a:ea typeface="+mn-ea"/>
                          <a:cs typeface="+mn-cs"/>
                        </a:rPr>
                        <a:t>XXX</a:t>
                      </a:r>
                    </a:p>
                  </a:txBody>
                  <a:tcPr>
                    <a:solidFill>
                      <a:srgbClr val="D6DCE5"/>
                    </a:solidFill>
                  </a:tcPr>
                </a:tc>
                <a:extLst>
                  <a:ext uri="{0D108BD9-81ED-4DB2-BD59-A6C34878D82A}">
                    <a16:rowId xmlns:a16="http://schemas.microsoft.com/office/drawing/2014/main" val="4097358047"/>
                  </a:ext>
                </a:extLst>
              </a:tr>
            </a:tbl>
          </a:graphicData>
        </a:graphic>
      </p:graphicFrame>
      <p:grpSp>
        <p:nvGrpSpPr>
          <p:cNvPr id="13" name="Groupe 6">
            <a:extLst>
              <a:ext uri="{FF2B5EF4-FFF2-40B4-BE49-F238E27FC236}">
                <a16:creationId xmlns:a16="http://schemas.microsoft.com/office/drawing/2014/main" id="{8056F420-4FEF-25C6-398B-B5EC0D52FAD5}"/>
              </a:ext>
            </a:extLst>
          </p:cNvPr>
          <p:cNvGrpSpPr/>
          <p:nvPr/>
        </p:nvGrpSpPr>
        <p:grpSpPr>
          <a:xfrm>
            <a:off x="10100051" y="1517889"/>
            <a:ext cx="1889861" cy="830436"/>
            <a:chOff x="913055" y="5518984"/>
            <a:chExt cx="1889861" cy="830436"/>
          </a:xfrm>
        </p:grpSpPr>
        <p:sp>
          <p:nvSpPr>
            <p:cNvPr id="14" name="Rectangle : coins arrondis 30">
              <a:extLst>
                <a:ext uri="{FF2B5EF4-FFF2-40B4-BE49-F238E27FC236}">
                  <a16:creationId xmlns:a16="http://schemas.microsoft.com/office/drawing/2014/main" id="{0168FE70-3B48-7163-86FE-E26CC1BDC887}"/>
                </a:ext>
              </a:extLst>
            </p:cNvPr>
            <p:cNvSpPr>
              <a:spLocks/>
            </p:cNvSpPr>
            <p:nvPr/>
          </p:nvSpPr>
          <p:spPr bwMode="gray">
            <a:xfrm>
              <a:off x="1776078" y="5525962"/>
              <a:ext cx="1026838" cy="252000"/>
            </a:xfrm>
            <a:prstGeom prst="rect">
              <a:avLst/>
            </a:prstGeom>
            <a:solidFill>
              <a:srgbClr val="7F7F7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rPr>
                <a:t>Findings</a:t>
              </a:r>
            </a:p>
          </p:txBody>
        </p:sp>
        <p:sp>
          <p:nvSpPr>
            <p:cNvPr id="15" name="Rectangle : coins arrondis 26">
              <a:extLst>
                <a:ext uri="{FF2B5EF4-FFF2-40B4-BE49-F238E27FC236}">
                  <a16:creationId xmlns:a16="http://schemas.microsoft.com/office/drawing/2014/main" id="{5427390B-21D9-83CD-719B-59B6B37C821A}"/>
                </a:ext>
              </a:extLst>
            </p:cNvPr>
            <p:cNvSpPr>
              <a:spLocks/>
            </p:cNvSpPr>
            <p:nvPr/>
          </p:nvSpPr>
          <p:spPr bwMode="gray">
            <a:xfrm>
              <a:off x="1776080" y="5806452"/>
              <a:ext cx="320531" cy="252000"/>
            </a:xfrm>
            <a:prstGeom prst="rect">
              <a:avLst/>
            </a:prstGeom>
            <a:solidFill>
              <a:srgbClr val="B6C0C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bg1"/>
                  </a:solidFill>
                </a:rPr>
                <a:t>H</a:t>
              </a:r>
              <a:endParaRPr lang="en-US" sz="1000" b="1">
                <a:solidFill>
                  <a:schemeClr val="bg1"/>
                </a:solidFill>
              </a:endParaRPr>
            </a:p>
          </p:txBody>
        </p:sp>
        <p:sp>
          <p:nvSpPr>
            <p:cNvPr id="16" name="Rectangle : coins arrondis 27">
              <a:extLst>
                <a:ext uri="{FF2B5EF4-FFF2-40B4-BE49-F238E27FC236}">
                  <a16:creationId xmlns:a16="http://schemas.microsoft.com/office/drawing/2014/main" id="{BF6A2962-4225-6A06-25C6-9AF6AEBA5D4C}"/>
                </a:ext>
              </a:extLst>
            </p:cNvPr>
            <p:cNvSpPr>
              <a:spLocks/>
            </p:cNvSpPr>
            <p:nvPr/>
          </p:nvSpPr>
          <p:spPr bwMode="gray">
            <a:xfrm>
              <a:off x="2129549" y="5806452"/>
              <a:ext cx="320531" cy="252000"/>
            </a:xfrm>
            <a:prstGeom prst="rect">
              <a:avLst/>
            </a:prstGeom>
            <a:solidFill>
              <a:srgbClr val="B6C0C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bg1"/>
                  </a:solidFill>
                </a:rPr>
                <a:t>M</a:t>
              </a:r>
              <a:endParaRPr lang="en-US" sz="1000" b="1">
                <a:solidFill>
                  <a:schemeClr val="bg1"/>
                </a:solidFill>
              </a:endParaRPr>
            </a:p>
          </p:txBody>
        </p:sp>
        <p:sp>
          <p:nvSpPr>
            <p:cNvPr id="17" name="Rectangle : coins arrondis 44">
              <a:extLst>
                <a:ext uri="{FF2B5EF4-FFF2-40B4-BE49-F238E27FC236}">
                  <a16:creationId xmlns:a16="http://schemas.microsoft.com/office/drawing/2014/main" id="{DA5D4781-4304-8EC2-98E0-D642B3D2BF30}"/>
                </a:ext>
              </a:extLst>
            </p:cNvPr>
            <p:cNvSpPr>
              <a:spLocks/>
            </p:cNvSpPr>
            <p:nvPr/>
          </p:nvSpPr>
          <p:spPr bwMode="gray">
            <a:xfrm>
              <a:off x="2482385" y="5807405"/>
              <a:ext cx="320531" cy="252000"/>
            </a:xfrm>
            <a:prstGeom prst="rect">
              <a:avLst/>
            </a:prstGeom>
            <a:solidFill>
              <a:srgbClr val="B6C0C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a:solidFill>
                    <a:schemeClr val="bg1"/>
                  </a:solidFill>
                </a:rPr>
                <a:t>L</a:t>
              </a:r>
              <a:endParaRPr lang="en-US" sz="1000" b="1">
                <a:solidFill>
                  <a:schemeClr val="bg1"/>
                </a:solidFill>
              </a:endParaRPr>
            </a:p>
          </p:txBody>
        </p:sp>
        <p:sp>
          <p:nvSpPr>
            <p:cNvPr id="18" name="Rectangle : coins arrondis 13">
              <a:extLst>
                <a:ext uri="{FF2B5EF4-FFF2-40B4-BE49-F238E27FC236}">
                  <a16:creationId xmlns:a16="http://schemas.microsoft.com/office/drawing/2014/main" id="{0D787CCC-BCE8-146B-5187-EE666DA7222D}"/>
                </a:ext>
              </a:extLst>
            </p:cNvPr>
            <p:cNvSpPr>
              <a:spLocks/>
            </p:cNvSpPr>
            <p:nvPr/>
          </p:nvSpPr>
          <p:spPr bwMode="gray">
            <a:xfrm>
              <a:off x="913055" y="5518984"/>
              <a:ext cx="828000" cy="828000"/>
            </a:xfrm>
            <a:prstGeom prst="rect">
              <a:avLst/>
            </a:prstGeom>
            <a:solidFill>
              <a:srgbClr val="FFFF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r>
                <a:rPr lang="fr-FR" sz="2800" b="1" dirty="0">
                  <a:solidFill>
                    <a:srgbClr val="091C62"/>
                  </a:solidFill>
                </a:rPr>
                <a:t>B</a:t>
              </a:r>
            </a:p>
          </p:txBody>
        </p:sp>
        <p:sp>
          <p:nvSpPr>
            <p:cNvPr id="19" name="Rectangle : coins arrondis 26">
              <a:extLst>
                <a:ext uri="{FF2B5EF4-FFF2-40B4-BE49-F238E27FC236}">
                  <a16:creationId xmlns:a16="http://schemas.microsoft.com/office/drawing/2014/main" id="{C5F3CE51-9771-A63F-181C-4CFD32C22BFB}"/>
                </a:ext>
              </a:extLst>
            </p:cNvPr>
            <p:cNvSpPr>
              <a:spLocks/>
            </p:cNvSpPr>
            <p:nvPr/>
          </p:nvSpPr>
          <p:spPr bwMode="gray">
            <a:xfrm>
              <a:off x="1776081" y="6096467"/>
              <a:ext cx="320531" cy="252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rgbClr val="091C62"/>
                  </a:solidFill>
                </a:rPr>
                <a:t>1</a:t>
              </a:r>
              <a:endParaRPr lang="en-US" sz="1000">
                <a:solidFill>
                  <a:srgbClr val="091C62"/>
                </a:solidFill>
              </a:endParaRPr>
            </a:p>
          </p:txBody>
        </p:sp>
        <p:sp>
          <p:nvSpPr>
            <p:cNvPr id="20" name="Rectangle : coins arrondis 27">
              <a:extLst>
                <a:ext uri="{FF2B5EF4-FFF2-40B4-BE49-F238E27FC236}">
                  <a16:creationId xmlns:a16="http://schemas.microsoft.com/office/drawing/2014/main" id="{283802D0-B5BF-5E9E-88F3-BCCA2A997237}"/>
                </a:ext>
              </a:extLst>
            </p:cNvPr>
            <p:cNvSpPr>
              <a:spLocks/>
            </p:cNvSpPr>
            <p:nvPr/>
          </p:nvSpPr>
          <p:spPr bwMode="gray">
            <a:xfrm>
              <a:off x="2129549" y="6096467"/>
              <a:ext cx="320531" cy="252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rgbClr val="091C62"/>
                  </a:solidFill>
                </a:rPr>
                <a:t>2</a:t>
              </a:r>
              <a:endParaRPr lang="en-US" sz="1000">
                <a:solidFill>
                  <a:srgbClr val="091C62"/>
                </a:solidFill>
              </a:endParaRPr>
            </a:p>
          </p:txBody>
        </p:sp>
        <p:sp>
          <p:nvSpPr>
            <p:cNvPr id="26" name="Rectangle : coins arrondis 44">
              <a:extLst>
                <a:ext uri="{FF2B5EF4-FFF2-40B4-BE49-F238E27FC236}">
                  <a16:creationId xmlns:a16="http://schemas.microsoft.com/office/drawing/2014/main" id="{5FE7B8FD-FAC1-327B-7C49-32B60B98590D}"/>
                </a:ext>
              </a:extLst>
            </p:cNvPr>
            <p:cNvSpPr>
              <a:spLocks/>
            </p:cNvSpPr>
            <p:nvPr/>
          </p:nvSpPr>
          <p:spPr bwMode="gray">
            <a:xfrm>
              <a:off x="2482385" y="6097420"/>
              <a:ext cx="320531" cy="252000"/>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rgbClr val="091C62"/>
                  </a:solidFill>
                </a:rPr>
                <a:t>6</a:t>
              </a:r>
              <a:endParaRPr lang="en-US" sz="1000">
                <a:solidFill>
                  <a:srgbClr val="091C62"/>
                </a:solidFill>
              </a:endParaRPr>
            </a:p>
          </p:txBody>
        </p:sp>
      </p:grpSp>
      <p:graphicFrame>
        <p:nvGraphicFramePr>
          <p:cNvPr id="27" name="Tableau 17">
            <a:extLst>
              <a:ext uri="{FF2B5EF4-FFF2-40B4-BE49-F238E27FC236}">
                <a16:creationId xmlns:a16="http://schemas.microsoft.com/office/drawing/2014/main" id="{47584DF8-31F5-7C93-EBA9-C5304AEB3D29}"/>
              </a:ext>
            </a:extLst>
          </p:cNvPr>
          <p:cNvGraphicFramePr>
            <a:graphicFrameLocks noGrp="1"/>
          </p:cNvGraphicFramePr>
          <p:nvPr>
            <p:extLst>
              <p:ext uri="{D42A27DB-BD31-4B8C-83A1-F6EECF244321}">
                <p14:modId xmlns:p14="http://schemas.microsoft.com/office/powerpoint/2010/main" val="705224800"/>
              </p:ext>
            </p:extLst>
          </p:nvPr>
        </p:nvGraphicFramePr>
        <p:xfrm>
          <a:off x="6570222" y="1524867"/>
          <a:ext cx="3141335" cy="2362148"/>
        </p:xfrm>
        <a:graphic>
          <a:graphicData uri="http://schemas.openxmlformats.org/drawingml/2006/table">
            <a:tbl>
              <a:tblPr firstRow="1" bandRow="1">
                <a:tableStyleId>{5C22544A-7EE6-4342-B048-85BDC9FD1C3A}</a:tableStyleId>
              </a:tblPr>
              <a:tblGrid>
                <a:gridCol w="3141335">
                  <a:extLst>
                    <a:ext uri="{9D8B030D-6E8A-4147-A177-3AD203B41FA5}">
                      <a16:colId xmlns:a16="http://schemas.microsoft.com/office/drawing/2014/main" val="1878517457"/>
                    </a:ext>
                  </a:extLst>
                </a:gridCol>
              </a:tblGrid>
              <a:tr h="2362148">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1" kern="1200" dirty="0">
                          <a:solidFill>
                            <a:srgbClr val="293A65"/>
                          </a:solidFill>
                          <a:latin typeface="+mn-lt"/>
                          <a:ea typeface="+mn-ea"/>
                          <a:cs typeface="+mn-cs"/>
                        </a:rPr>
                        <a:t>Positive aspects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sz="1000" b="0" kern="1200" dirty="0">
                          <a:solidFill>
                            <a:srgbClr val="293A65"/>
                          </a:solidFill>
                          <a:latin typeface="+mn-lt"/>
                          <a:ea typeface="+mn-ea"/>
                          <a:cs typeface="+mn-cs"/>
                        </a:rPr>
                        <a:t>[POSITIVE OBSERVATIONS]</a:t>
                      </a:r>
                      <a:endParaRPr lang="en-US" sz="1000" b="0" kern="1200" dirty="0">
                        <a:solidFill>
                          <a:srgbClr val="293A65"/>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rgbClr val="293A65"/>
                        </a:solidFill>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4095449"/>
                  </a:ext>
                </a:extLst>
              </a:tr>
            </a:tbl>
          </a:graphicData>
        </a:graphic>
      </p:graphicFrame>
      <p:sp>
        <p:nvSpPr>
          <p:cNvPr id="28" name="Text Placeholder 9">
            <a:hlinkClick r:id="rId3" action="ppaction://hlinksldjump"/>
            <a:extLst>
              <a:ext uri="{FF2B5EF4-FFF2-40B4-BE49-F238E27FC236}">
                <a16:creationId xmlns:a16="http://schemas.microsoft.com/office/drawing/2014/main" id="{AE7024E0-B2F8-D601-B652-A796A7E87D48}"/>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33" name="Text Placeholder 10">
            <a:hlinkClick r:id="rId4" action="ppaction://hlinksldjump"/>
            <a:extLst>
              <a:ext uri="{FF2B5EF4-FFF2-40B4-BE49-F238E27FC236}">
                <a16:creationId xmlns:a16="http://schemas.microsoft.com/office/drawing/2014/main" id="{5428FE1B-2AD6-E9F4-2258-EA5D216E9718}"/>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36" name="Text Placeholder 11">
            <a:hlinkClick r:id="rId5" action="ppaction://hlinksldjump"/>
            <a:extLst>
              <a:ext uri="{FF2B5EF4-FFF2-40B4-BE49-F238E27FC236}">
                <a16:creationId xmlns:a16="http://schemas.microsoft.com/office/drawing/2014/main" id="{2F4EFE63-1E5F-E9F1-2258-F776ACC840CF}"/>
              </a:ext>
            </a:extLst>
          </p:cNvPr>
          <p:cNvSpPr txBox="1">
            <a:spLocks/>
          </p:cNvSpPr>
          <p:nvPr/>
        </p:nvSpPr>
        <p:spPr>
          <a:xfrm>
            <a:off x="8134930"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Findings and recommendations</a:t>
            </a:r>
          </a:p>
        </p:txBody>
      </p:sp>
      <p:sp>
        <p:nvSpPr>
          <p:cNvPr id="39" name="Text Placeholder 12">
            <a:hlinkClick r:id="rId6" action="ppaction://hlinksldjump"/>
            <a:extLst>
              <a:ext uri="{FF2B5EF4-FFF2-40B4-BE49-F238E27FC236}">
                <a16:creationId xmlns:a16="http://schemas.microsoft.com/office/drawing/2014/main" id="{E6BD0AE0-A534-6CB8-5711-8A66E20653E4}"/>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42" name="Text Placeholder 2">
            <a:hlinkClick r:id="rId7" action="ppaction://hlinksldjump"/>
            <a:extLst>
              <a:ext uri="{FF2B5EF4-FFF2-40B4-BE49-F238E27FC236}">
                <a16:creationId xmlns:a16="http://schemas.microsoft.com/office/drawing/2014/main" id="{07CDDCAB-A988-C907-B0AC-7443A020054D}"/>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925282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D59227-D7AE-9880-C0F9-86BE2AD34F01}"/>
              </a:ext>
            </a:extLst>
          </p:cNvPr>
          <p:cNvSpPr>
            <a:spLocks noGrp="1"/>
          </p:cNvSpPr>
          <p:nvPr>
            <p:ph type="sldNum" sz="quarter" idx="12"/>
          </p:nvPr>
        </p:nvSpPr>
        <p:spPr/>
        <p:txBody>
          <a:bodyPr/>
          <a:lstStyle/>
          <a:p>
            <a:fld id="{9C5C683D-CEB1-4F30-9DF4-65B979347242}" type="slidenum">
              <a:rPr lang="en-US" smtClean="0">
                <a:latin typeface="+mn-lt"/>
              </a:rPr>
              <a:pPr/>
              <a:t>5</a:t>
            </a:fld>
            <a:endParaRPr lang="en-US">
              <a:latin typeface="+mn-lt"/>
            </a:endParaRPr>
          </a:p>
        </p:txBody>
      </p:sp>
      <p:sp>
        <p:nvSpPr>
          <p:cNvPr id="3" name="Text Placeholder 2">
            <a:extLst>
              <a:ext uri="{FF2B5EF4-FFF2-40B4-BE49-F238E27FC236}">
                <a16:creationId xmlns:a16="http://schemas.microsoft.com/office/drawing/2014/main" id="{A931BA80-FFA3-16EF-1921-50944D5CED4B}"/>
              </a:ext>
            </a:extLst>
          </p:cNvPr>
          <p:cNvSpPr>
            <a:spLocks noGrp="1"/>
          </p:cNvSpPr>
          <p:nvPr>
            <p:ph type="body" sz="quarter" idx="24"/>
          </p:nvPr>
        </p:nvSpPr>
        <p:spPr>
          <a:xfrm>
            <a:off x="462012" y="1381125"/>
            <a:ext cx="1442987" cy="5000625"/>
          </a:xfrm>
        </p:spPr>
        <p:txBody>
          <a:bodyPr/>
          <a:lstStyle/>
          <a:p>
            <a:endParaRPr lang="en-US">
              <a:latin typeface="+mn-lt"/>
            </a:endParaRPr>
          </a:p>
          <a:p>
            <a:endParaRPr lang="en-US">
              <a:latin typeface="+mn-lt"/>
            </a:endParaRPr>
          </a:p>
          <a:p>
            <a:endParaRPr lang="en-US">
              <a:latin typeface="+mn-lt"/>
            </a:endParaRPr>
          </a:p>
        </p:txBody>
      </p:sp>
      <p:sp>
        <p:nvSpPr>
          <p:cNvPr id="4" name="Text Placeholder 3">
            <a:extLst>
              <a:ext uri="{FF2B5EF4-FFF2-40B4-BE49-F238E27FC236}">
                <a16:creationId xmlns:a16="http://schemas.microsoft.com/office/drawing/2014/main" id="{50DD3383-2418-1BA2-D0B5-482D2CBEEF25}"/>
              </a:ext>
            </a:extLst>
          </p:cNvPr>
          <p:cNvSpPr>
            <a:spLocks noGrp="1"/>
          </p:cNvSpPr>
          <p:nvPr>
            <p:ph type="body" sz="quarter" idx="25"/>
          </p:nvPr>
        </p:nvSpPr>
        <p:spPr>
          <a:xfrm>
            <a:off x="2599147" y="4605264"/>
            <a:ext cx="9031220" cy="1601925"/>
          </a:xfrm>
        </p:spPr>
        <p:txBody>
          <a:bodyPr>
            <a:normAutofit/>
          </a:bodyPr>
          <a:lstStyle/>
          <a:p>
            <a:pPr marL="0" indent="0" algn="just">
              <a:lnSpc>
                <a:spcPct val="113000"/>
              </a:lnSpc>
              <a:spcBef>
                <a:spcPts val="0"/>
              </a:spcBef>
              <a:buNone/>
            </a:pPr>
            <a:endParaRPr lang="en-GB">
              <a:solidFill>
                <a:srgbClr val="293A65"/>
              </a:solidFill>
              <a:latin typeface="+mn-lt"/>
              <a:ea typeface="+mn-ea"/>
            </a:endParaRPr>
          </a:p>
          <a:p>
            <a:pPr marL="0" indent="0" algn="just">
              <a:lnSpc>
                <a:spcPct val="100000"/>
              </a:lnSpc>
              <a:spcBef>
                <a:spcPts val="0"/>
              </a:spcBef>
              <a:buNone/>
            </a:pPr>
            <a:r>
              <a:rPr lang="en-GB">
                <a:solidFill>
                  <a:srgbClr val="293A65"/>
                </a:solidFill>
                <a:latin typeface="+mn-lt"/>
                <a:ea typeface="+mn-ea"/>
              </a:rPr>
              <a:t>AIR FRANCE INTERNAL AUDIT				KLM INTERNAL AUDIT</a:t>
            </a:r>
          </a:p>
          <a:p>
            <a:pPr marL="0" indent="0" algn="just">
              <a:lnSpc>
                <a:spcPct val="100000"/>
              </a:lnSpc>
              <a:spcBef>
                <a:spcPts val="0"/>
              </a:spcBef>
            </a:pPr>
            <a:endParaRPr lang="en-GB">
              <a:solidFill>
                <a:srgbClr val="293A65"/>
              </a:solidFill>
              <a:latin typeface="+mn-lt"/>
              <a:ea typeface="+mn-ea"/>
            </a:endParaRPr>
          </a:p>
          <a:p>
            <a:pPr marL="0" indent="0" algn="just">
              <a:lnSpc>
                <a:spcPct val="100000"/>
              </a:lnSpc>
              <a:spcBef>
                <a:spcPts val="0"/>
              </a:spcBef>
            </a:pPr>
            <a:endParaRPr lang="en-GB">
              <a:solidFill>
                <a:srgbClr val="293A65"/>
              </a:solidFill>
              <a:latin typeface="+mn-lt"/>
              <a:ea typeface="+mn-ea"/>
            </a:endParaRPr>
          </a:p>
          <a:p>
            <a:pPr marL="0" indent="0" algn="just">
              <a:lnSpc>
                <a:spcPct val="100000"/>
              </a:lnSpc>
              <a:spcBef>
                <a:spcPts val="0"/>
              </a:spcBef>
              <a:buNone/>
            </a:pPr>
            <a:r>
              <a:rPr lang="en-GB">
                <a:solidFill>
                  <a:srgbClr val="293A65"/>
                </a:solidFill>
                <a:latin typeface="+mn-lt"/>
                <a:ea typeface="+mn-ea"/>
              </a:rPr>
              <a:t> </a:t>
            </a:r>
          </a:p>
          <a:p>
            <a:pPr marL="0" indent="0" algn="just">
              <a:lnSpc>
                <a:spcPct val="100000"/>
              </a:lnSpc>
              <a:spcBef>
                <a:spcPts val="0"/>
              </a:spcBef>
              <a:buNone/>
            </a:pPr>
            <a:r>
              <a:rPr lang="en-GB">
                <a:solidFill>
                  <a:srgbClr val="293A65"/>
                </a:solidFill>
                <a:latin typeface="+mn-lt"/>
                <a:ea typeface="+mn-ea"/>
              </a:rPr>
              <a:t>Florence Formery					Warner Rootliep</a:t>
            </a:r>
          </a:p>
          <a:p>
            <a:pPr marL="0" indent="0" algn="just">
              <a:lnSpc>
                <a:spcPct val="100000"/>
              </a:lnSpc>
              <a:spcBef>
                <a:spcPts val="0"/>
              </a:spcBef>
              <a:buNone/>
            </a:pPr>
            <a:endParaRPr lang="en-GB">
              <a:solidFill>
                <a:srgbClr val="293A65"/>
              </a:solidFill>
              <a:latin typeface="+mn-lt"/>
              <a:ea typeface="+mn-ea"/>
            </a:endParaRPr>
          </a:p>
          <a:p>
            <a:pPr marL="0" indent="0" algn="just">
              <a:lnSpc>
                <a:spcPct val="100000"/>
              </a:lnSpc>
              <a:spcBef>
                <a:spcPts val="0"/>
              </a:spcBef>
              <a:buNone/>
            </a:pPr>
            <a:r>
              <a:rPr lang="en-GB">
                <a:solidFill>
                  <a:srgbClr val="293A65"/>
                </a:solidFill>
                <a:ea typeface="+mn-ea"/>
              </a:rPr>
              <a:t>Date: xx </a:t>
            </a:r>
            <a:r>
              <a:rPr lang="en-GB" err="1">
                <a:solidFill>
                  <a:srgbClr val="293A65"/>
                </a:solidFill>
                <a:ea typeface="+mn-ea"/>
              </a:rPr>
              <a:t>xx</a:t>
            </a:r>
            <a:r>
              <a:rPr lang="en-GB">
                <a:solidFill>
                  <a:srgbClr val="293A65"/>
                </a:solidFill>
                <a:ea typeface="+mn-ea"/>
              </a:rPr>
              <a:t> 2024</a:t>
            </a:r>
          </a:p>
          <a:p>
            <a:pPr marL="0" indent="0" algn="just">
              <a:lnSpc>
                <a:spcPct val="100000"/>
              </a:lnSpc>
              <a:spcBef>
                <a:spcPts val="0"/>
              </a:spcBef>
              <a:buNone/>
            </a:pPr>
            <a:endParaRPr lang="en-GB">
              <a:solidFill>
                <a:srgbClr val="FF0000"/>
              </a:solidFill>
              <a:latin typeface="+mn-lt"/>
            </a:endParaRPr>
          </a:p>
          <a:p>
            <a:endParaRPr lang="en-US">
              <a:latin typeface="+mn-lt"/>
            </a:endParaRPr>
          </a:p>
        </p:txBody>
      </p:sp>
      <p:sp>
        <p:nvSpPr>
          <p:cNvPr id="13" name="Text Placeholder 2">
            <a:extLst>
              <a:ext uri="{FF2B5EF4-FFF2-40B4-BE49-F238E27FC236}">
                <a16:creationId xmlns:a16="http://schemas.microsoft.com/office/drawing/2014/main" id="{1D707D3F-0A6B-CDB1-7E3D-222F1D8DCF94}"/>
              </a:ext>
            </a:extLst>
          </p:cNvPr>
          <p:cNvSpPr>
            <a:spLocks noGrp="1"/>
          </p:cNvSpPr>
          <p:nvPr>
            <p:ph type="body" sz="quarter" idx="18"/>
          </p:nvPr>
        </p:nvSpPr>
        <p:spPr>
          <a:xfrm>
            <a:off x="11811" y="6477676"/>
            <a:ext cx="2016724" cy="374903"/>
          </a:xfrm>
          <a:noFill/>
          <a:ln w="3175">
            <a:solidFill>
              <a:schemeClr val="bg1"/>
            </a:solidFill>
          </a:ln>
        </p:spPr>
        <p:txBody>
          <a:bodyPr/>
          <a:lstStyle/>
          <a:p>
            <a:pPr algn="ctr"/>
            <a:r>
              <a:rPr lang="en-US"/>
              <a:t>Introduction</a:t>
            </a:r>
          </a:p>
        </p:txBody>
      </p:sp>
      <p:sp>
        <p:nvSpPr>
          <p:cNvPr id="14" name="Text Placeholder 8">
            <a:extLst>
              <a:ext uri="{FF2B5EF4-FFF2-40B4-BE49-F238E27FC236}">
                <a16:creationId xmlns:a16="http://schemas.microsoft.com/office/drawing/2014/main" id="{2D28813F-A557-C0EB-709D-A3FE66BB158E}"/>
              </a:ext>
            </a:extLst>
          </p:cNvPr>
          <p:cNvSpPr>
            <a:spLocks noGrp="1"/>
          </p:cNvSpPr>
          <p:nvPr>
            <p:ph type="body" sz="quarter" idx="28"/>
          </p:nvPr>
        </p:nvSpPr>
        <p:spPr>
          <a:xfrm>
            <a:off x="2040346" y="6477676"/>
            <a:ext cx="2016724" cy="374903"/>
          </a:xfrm>
          <a:gradFill>
            <a:gsLst>
              <a:gs pos="100000">
                <a:srgbClr val="0800B9"/>
              </a:gs>
              <a:gs pos="0">
                <a:srgbClr val="009EE3"/>
              </a:gs>
            </a:gsLst>
            <a:lin ang="10800000" scaled="1"/>
          </a:gradFill>
          <a:ln w="3175">
            <a:solidFill>
              <a:schemeClr val="bg1"/>
            </a:solidFill>
          </a:ln>
        </p:spPr>
        <p:txBody>
          <a:bodyPr/>
          <a:lstStyle/>
          <a:p>
            <a:pPr algn="ctr"/>
            <a:r>
              <a:rPr lang="en-US"/>
              <a:t>Executive summary</a:t>
            </a:r>
          </a:p>
        </p:txBody>
      </p:sp>
      <p:sp>
        <p:nvSpPr>
          <p:cNvPr id="16" name="Text Placeholder 10">
            <a:extLst>
              <a:ext uri="{FF2B5EF4-FFF2-40B4-BE49-F238E27FC236}">
                <a16:creationId xmlns:a16="http://schemas.microsoft.com/office/drawing/2014/main" id="{31AFB824-E996-64A8-FD75-E3EF04AD805E}"/>
              </a:ext>
            </a:extLst>
          </p:cNvPr>
          <p:cNvSpPr>
            <a:spLocks noGrp="1"/>
          </p:cNvSpPr>
          <p:nvPr>
            <p:ph type="body" sz="quarter" idx="30"/>
          </p:nvPr>
        </p:nvSpPr>
        <p:spPr>
          <a:xfrm>
            <a:off x="6106395" y="6477676"/>
            <a:ext cx="2016724" cy="374903"/>
          </a:xfrm>
          <a:ln w="3175">
            <a:solidFill>
              <a:schemeClr val="bg1"/>
            </a:solidFill>
          </a:ln>
        </p:spPr>
        <p:txBody>
          <a:bodyPr/>
          <a:lstStyle/>
          <a:p>
            <a:pPr algn="ctr"/>
            <a:r>
              <a:rPr lang="en-US"/>
              <a:t>Finding overview</a:t>
            </a:r>
          </a:p>
        </p:txBody>
      </p:sp>
      <p:sp>
        <p:nvSpPr>
          <p:cNvPr id="19" name="Title 1">
            <a:extLst>
              <a:ext uri="{FF2B5EF4-FFF2-40B4-BE49-F238E27FC236}">
                <a16:creationId xmlns:a16="http://schemas.microsoft.com/office/drawing/2014/main" id="{9CE6EC39-3C1A-8213-63A5-BDB8FCBA9B2E}"/>
              </a:ext>
            </a:extLst>
          </p:cNvPr>
          <p:cNvSpPr>
            <a:spLocks noGrp="1"/>
          </p:cNvSpPr>
          <p:nvPr>
            <p:ph type="title"/>
          </p:nvPr>
        </p:nvSpPr>
        <p:spPr>
          <a:xfrm>
            <a:off x="838201" y="365130"/>
            <a:ext cx="7873999" cy="617530"/>
          </a:xfrm>
        </p:spPr>
        <p:txBody>
          <a:bodyPr>
            <a:normAutofit/>
          </a:bodyPr>
          <a:lstStyle/>
          <a:p>
            <a:r>
              <a:rPr lang="en-US" sz="3600">
                <a:latin typeface="+mn-lt"/>
              </a:rPr>
              <a:t>Executive Summary</a:t>
            </a:r>
          </a:p>
        </p:txBody>
      </p:sp>
      <p:graphicFrame>
        <p:nvGraphicFramePr>
          <p:cNvPr id="5" name="Tableau 5">
            <a:extLst>
              <a:ext uri="{FF2B5EF4-FFF2-40B4-BE49-F238E27FC236}">
                <a16:creationId xmlns:a16="http://schemas.microsoft.com/office/drawing/2014/main" id="{9BFF7911-112A-DC1A-2E83-91099FB0EEAA}"/>
              </a:ext>
            </a:extLst>
          </p:cNvPr>
          <p:cNvGraphicFramePr>
            <a:graphicFrameLocks noGrp="1"/>
          </p:cNvGraphicFramePr>
          <p:nvPr>
            <p:extLst>
              <p:ext uri="{D42A27DB-BD31-4B8C-83A1-F6EECF244321}">
                <p14:modId xmlns:p14="http://schemas.microsoft.com/office/powerpoint/2010/main" val="3833350762"/>
              </p:ext>
            </p:extLst>
          </p:nvPr>
        </p:nvGraphicFramePr>
        <p:xfrm>
          <a:off x="838201" y="1251896"/>
          <a:ext cx="5268286" cy="3084132"/>
        </p:xfrm>
        <a:graphic>
          <a:graphicData uri="http://schemas.openxmlformats.org/drawingml/2006/table">
            <a:tbl>
              <a:tblPr firstRow="1" bandRow="1">
                <a:tableStyleId>{5C22544A-7EE6-4342-B048-85BDC9FD1C3A}</a:tableStyleId>
              </a:tblPr>
              <a:tblGrid>
                <a:gridCol w="5268286">
                  <a:extLst>
                    <a:ext uri="{9D8B030D-6E8A-4147-A177-3AD203B41FA5}">
                      <a16:colId xmlns:a16="http://schemas.microsoft.com/office/drawing/2014/main" val="3874233102"/>
                    </a:ext>
                  </a:extLst>
                </a:gridCol>
              </a:tblGrid>
              <a:tr h="3491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GB" sz="1000" b="0" kern="1200">
                          <a:solidFill>
                            <a:srgbClr val="293A65"/>
                          </a:solidFill>
                          <a:latin typeface="+mn-lt"/>
                          <a:ea typeface="+mn-ea"/>
                          <a:cs typeface="+mn-cs"/>
                        </a:rPr>
                        <a:t>The conclusions set out in this report were presented and discussed with [CLOSING MEETING ATTENDANTS] during a closing meeting that was held on [DATE CLOSING MEETING].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p>
                      <a:endParaRPr lang="en-US" sz="1000" b="0" kern="1200">
                        <a:solidFill>
                          <a:srgbClr val="293A65"/>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26542329"/>
                  </a:ext>
                </a:extLst>
              </a:tr>
              <a:tr h="2025980">
                <a:tc>
                  <a:txBody>
                    <a:bodyPr/>
                    <a:lstStyle/>
                    <a:p>
                      <a:pPr marL="0" indent="0" algn="just" defTabSz="914400" rtl="0" eaLnBrk="1" latinLnBrk="0" hangingPunct="1">
                        <a:lnSpc>
                          <a:spcPct val="100000"/>
                        </a:lnSpc>
                        <a:spcBef>
                          <a:spcPts val="0"/>
                        </a:spcBef>
                        <a:buNone/>
                      </a:pPr>
                      <a:r>
                        <a:rPr lang="en-US" sz="1000" b="0" kern="1200">
                          <a:solidFill>
                            <a:srgbClr val="293A65"/>
                          </a:solidFill>
                          <a:latin typeface="+mn-lt"/>
                          <a:ea typeface="+mn-ea"/>
                          <a:cs typeface="+mn-cs"/>
                        </a:rPr>
                        <a:t>The action plan included in this report is agreed upon with the management.</a:t>
                      </a:r>
                    </a:p>
                    <a:p>
                      <a:pPr marL="0" indent="0" algn="just" defTabSz="914400" rtl="0" eaLnBrk="1" latinLnBrk="0" hangingPunct="1">
                        <a:lnSpc>
                          <a:spcPct val="100000"/>
                        </a:lnSpc>
                        <a:spcBef>
                          <a:spcPts val="0"/>
                        </a:spcBef>
                        <a:buNone/>
                      </a:pPr>
                      <a:r>
                        <a:rPr lang="en-US" sz="1000" b="0" kern="1200">
                          <a:solidFill>
                            <a:srgbClr val="293A65"/>
                          </a:solidFill>
                          <a:latin typeface="+mn-lt"/>
                          <a:ea typeface="+mn-ea"/>
                          <a:cs typeface="+mn-cs"/>
                        </a:rPr>
                        <a:t>[or: Not all actions are included in the report yet. Therefore you are requested to send the missing actions before date. or: Actions on the recommendations are not included in the report as these are not yet agreed upon. Therefore you are requested to send the actions before date.].</a:t>
                      </a:r>
                    </a:p>
                    <a:p>
                      <a:pPr marL="0" indent="0" algn="just" defTabSz="914400" rtl="0" eaLnBrk="1" latinLnBrk="0" hangingPunct="1">
                        <a:lnSpc>
                          <a:spcPct val="100000"/>
                        </a:lnSpc>
                        <a:spcBef>
                          <a:spcPts val="0"/>
                        </a:spcBef>
                        <a:buNone/>
                      </a:pPr>
                      <a:endParaRPr lang="en-GB" sz="1000" b="0" kern="1200">
                        <a:solidFill>
                          <a:srgbClr val="293A65"/>
                        </a:solidFill>
                        <a:latin typeface="+mn-lt"/>
                        <a:ea typeface="+mn-ea"/>
                        <a:cs typeface="+mn-cs"/>
                      </a:endParaRPr>
                    </a:p>
                    <a:p>
                      <a:pPr marL="0" indent="0" algn="just" defTabSz="914400" rtl="0" eaLnBrk="1" latinLnBrk="0" hangingPunct="1">
                        <a:lnSpc>
                          <a:spcPct val="100000"/>
                        </a:lnSpc>
                        <a:spcBef>
                          <a:spcPts val="0"/>
                        </a:spcBef>
                        <a:buNone/>
                      </a:pPr>
                      <a:r>
                        <a:rPr lang="en-GB" sz="1000" b="0" kern="1200">
                          <a:solidFill>
                            <a:srgbClr val="293A65"/>
                          </a:solidFill>
                          <a:latin typeface="+mn-lt"/>
                          <a:ea typeface="+mn-ea"/>
                          <a:cs typeface="+mn-cs"/>
                        </a:rPr>
                        <a:t>A summary of the audit, main findings, risks, recommendations and the progress on actions is enclosed in reports to executive and/or supervising committees. Internal audit will monitor progress on actions and keep executive and/or supervising committees informed of it. </a:t>
                      </a:r>
                    </a:p>
                    <a:p>
                      <a:pPr marL="0" indent="0" algn="just" defTabSz="914400" rtl="0" eaLnBrk="1" latinLnBrk="0" hangingPunct="1">
                        <a:lnSpc>
                          <a:spcPct val="100000"/>
                        </a:lnSpc>
                        <a:spcBef>
                          <a:spcPts val="0"/>
                        </a:spcBef>
                        <a:buNone/>
                      </a:pPr>
                      <a:endParaRPr lang="en-GB" sz="1000" b="0" kern="1200">
                        <a:solidFill>
                          <a:srgbClr val="293A65"/>
                        </a:solidFill>
                        <a:latin typeface="+mn-lt"/>
                        <a:ea typeface="+mn-ea"/>
                        <a:cs typeface="+mn-cs"/>
                      </a:endParaRPr>
                    </a:p>
                    <a:p>
                      <a:pPr marL="0" indent="0" algn="just" defTabSz="914400" rtl="0" eaLnBrk="1" latinLnBrk="0" hangingPunct="1">
                        <a:lnSpc>
                          <a:spcPct val="100000"/>
                        </a:lnSpc>
                        <a:spcBef>
                          <a:spcPts val="0"/>
                        </a:spcBef>
                        <a:buNone/>
                      </a:pPr>
                      <a:r>
                        <a:rPr lang="en-GB" sz="1000" b="0" kern="1200">
                          <a:solidFill>
                            <a:srgbClr val="293A65"/>
                          </a:solidFill>
                          <a:latin typeface="+mn-lt"/>
                          <a:ea typeface="+mn-ea"/>
                          <a:cs typeface="+mn-cs"/>
                        </a:rPr>
                        <a:t>Please do not hesitate to contact us if any of our findings, recommendations or conclusions needs further elucidation.</a:t>
                      </a:r>
                    </a:p>
                    <a:p>
                      <a:pPr marL="0" indent="0" algn="just" defTabSz="914400" rtl="0" eaLnBrk="1" latinLnBrk="0" hangingPunct="1">
                        <a:lnSpc>
                          <a:spcPct val="113000"/>
                        </a:lnSpc>
                        <a:spcBef>
                          <a:spcPts val="0"/>
                        </a:spcBef>
                        <a:buNone/>
                      </a:pPr>
                      <a:endParaRPr lang="en-US" sz="1000" b="0" kern="1200">
                        <a:solidFill>
                          <a:srgbClr val="293A65"/>
                        </a:solidFill>
                        <a:latin typeface="+mn-lt"/>
                        <a:ea typeface="+mn-ea"/>
                        <a:cs typeface="+mn-c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29678738"/>
                  </a:ext>
                </a:extLst>
              </a:tr>
            </a:tbl>
          </a:graphicData>
        </a:graphic>
      </p:graphicFrame>
      <p:sp>
        <p:nvSpPr>
          <p:cNvPr id="7" name="ZoneTexte 6">
            <a:extLst>
              <a:ext uri="{FF2B5EF4-FFF2-40B4-BE49-F238E27FC236}">
                <a16:creationId xmlns:a16="http://schemas.microsoft.com/office/drawing/2014/main" id="{C7F93381-6CAC-AF31-484D-9D32BD89B255}"/>
              </a:ext>
            </a:extLst>
          </p:cNvPr>
          <p:cNvSpPr txBox="1"/>
          <p:nvPr/>
        </p:nvSpPr>
        <p:spPr>
          <a:xfrm>
            <a:off x="6347443" y="1251896"/>
            <a:ext cx="5279959" cy="713593"/>
          </a:xfrm>
          <a:prstGeom prst="rect">
            <a:avLst/>
          </a:prstGeom>
          <a:noFill/>
        </p:spPr>
        <p:txBody>
          <a:bodyPr wrap="square">
            <a:spAutoFit/>
          </a:bodyPr>
          <a:lstStyle/>
          <a:p>
            <a:pPr algn="just">
              <a:defRPr/>
            </a:pPr>
            <a:r>
              <a:rPr lang="en-GB" sz="1000">
                <a:solidFill>
                  <a:srgbClr val="293A65"/>
                </a:solidFill>
              </a:rPr>
              <a:t>[AUDITOR NAME], [AUDITOR NAME] and [AUDIT MANAGER NAME] who performed this engagement in period of audit would like to express appreciation to the local management and staff for their open attitude and assistance.</a:t>
            </a:r>
          </a:p>
          <a:p>
            <a:pPr marL="0" indent="0" algn="just" defTabSz="914400" rtl="0" eaLnBrk="1" latinLnBrk="0" hangingPunct="1">
              <a:lnSpc>
                <a:spcPct val="113000"/>
              </a:lnSpc>
              <a:spcBef>
                <a:spcPts val="0"/>
              </a:spcBef>
              <a:buNone/>
            </a:pPr>
            <a:endParaRPr lang="en-US" sz="1000" kern="1200">
              <a:solidFill>
                <a:srgbClr val="293A65"/>
              </a:solidFill>
              <a:latin typeface="+mn-lt"/>
              <a:ea typeface="+mn-ea"/>
              <a:cs typeface="+mn-cs"/>
            </a:endParaRPr>
          </a:p>
        </p:txBody>
      </p:sp>
      <p:sp>
        <p:nvSpPr>
          <p:cNvPr id="9" name="Text Placeholder 9">
            <a:hlinkClick r:id="rId2" action="ppaction://hlinksldjump"/>
            <a:extLst>
              <a:ext uri="{FF2B5EF4-FFF2-40B4-BE49-F238E27FC236}">
                <a16:creationId xmlns:a16="http://schemas.microsoft.com/office/drawing/2014/main" id="{CC942C16-97EC-283A-A606-4D17E4EA6719}"/>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2" name="Text Placeholder 11">
            <a:hlinkClick r:id="rId3" action="ppaction://hlinksldjump"/>
            <a:extLst>
              <a:ext uri="{FF2B5EF4-FFF2-40B4-BE49-F238E27FC236}">
                <a16:creationId xmlns:a16="http://schemas.microsoft.com/office/drawing/2014/main" id="{3A4A241F-5FBA-E749-DF7C-EE5E8733DC9F}"/>
              </a:ext>
            </a:extLst>
          </p:cNvPr>
          <p:cNvSpPr txBox="1">
            <a:spLocks/>
          </p:cNvSpPr>
          <p:nvPr/>
        </p:nvSpPr>
        <p:spPr>
          <a:xfrm>
            <a:off x="8134930"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Findings and recommendations</a:t>
            </a:r>
          </a:p>
        </p:txBody>
      </p:sp>
      <p:sp>
        <p:nvSpPr>
          <p:cNvPr id="22" name="Text Placeholder 12">
            <a:hlinkClick r:id="rId4" action="ppaction://hlinksldjump"/>
            <a:extLst>
              <a:ext uri="{FF2B5EF4-FFF2-40B4-BE49-F238E27FC236}">
                <a16:creationId xmlns:a16="http://schemas.microsoft.com/office/drawing/2014/main" id="{1BA6FF45-6DE1-E93C-230D-293F13D445E4}"/>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Tree>
    <p:extLst>
      <p:ext uri="{BB962C8B-B14F-4D97-AF65-F5344CB8AC3E}">
        <p14:creationId xmlns:p14="http://schemas.microsoft.com/office/powerpoint/2010/main" val="347689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7DC6B9-8E19-3FBC-4F36-76C121F0CE74}"/>
              </a:ext>
            </a:extLst>
          </p:cNvPr>
          <p:cNvSpPr/>
          <p:nvPr/>
        </p:nvSpPr>
        <p:spPr>
          <a:xfrm>
            <a:off x="446851" y="1176338"/>
            <a:ext cx="5641959" cy="5299282"/>
          </a:xfrm>
          <a:prstGeom prst="rect">
            <a:avLst/>
          </a:prstGeom>
          <a:solidFill>
            <a:srgbClr val="DEEB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rgbClr val="293A65"/>
                </a:solidFill>
              </a:rPr>
              <a:t>[This slide is intended to provide the reader of the audit report the necessary background on the audit topic. It is advised to be concise and try to provide the relevant information on one slide.]</a:t>
            </a:r>
          </a:p>
        </p:txBody>
      </p:sp>
      <p:sp>
        <p:nvSpPr>
          <p:cNvPr id="2" name="Slide Number Placeholder 1">
            <a:extLst>
              <a:ext uri="{FF2B5EF4-FFF2-40B4-BE49-F238E27FC236}">
                <a16:creationId xmlns:a16="http://schemas.microsoft.com/office/drawing/2014/main" id="{2F8C4DAD-4FA0-A2B2-1C3B-417A3CFE70DE}"/>
              </a:ext>
            </a:extLst>
          </p:cNvPr>
          <p:cNvSpPr>
            <a:spLocks noGrp="1"/>
          </p:cNvSpPr>
          <p:nvPr>
            <p:ph type="sldNum" sz="quarter" idx="12"/>
          </p:nvPr>
        </p:nvSpPr>
        <p:spPr/>
        <p:txBody>
          <a:bodyPr/>
          <a:lstStyle/>
          <a:p>
            <a:fld id="{9C5C683D-CEB1-4F30-9DF4-65B979347242}" type="slidenum">
              <a:rPr lang="en-US" smtClean="0">
                <a:latin typeface="+mn-lt"/>
              </a:rPr>
              <a:t>6</a:t>
            </a:fld>
            <a:endParaRPr lang="en-US">
              <a:latin typeface="+mn-lt"/>
            </a:endParaRPr>
          </a:p>
        </p:txBody>
      </p:sp>
      <p:sp>
        <p:nvSpPr>
          <p:cNvPr id="15" name="Title 1">
            <a:extLst>
              <a:ext uri="{FF2B5EF4-FFF2-40B4-BE49-F238E27FC236}">
                <a16:creationId xmlns:a16="http://schemas.microsoft.com/office/drawing/2014/main" id="{9DDEF609-53B3-8062-6CA5-A882F20E3B5C}"/>
              </a:ext>
            </a:extLst>
          </p:cNvPr>
          <p:cNvSpPr>
            <a:spLocks noGrp="1"/>
          </p:cNvSpPr>
          <p:nvPr>
            <p:ph type="title"/>
          </p:nvPr>
        </p:nvSpPr>
        <p:spPr>
          <a:xfrm>
            <a:off x="838201" y="365130"/>
            <a:ext cx="7873999" cy="617530"/>
          </a:xfrm>
        </p:spPr>
        <p:txBody>
          <a:bodyPr>
            <a:normAutofit/>
          </a:bodyPr>
          <a:lstStyle/>
          <a:p>
            <a:r>
              <a:rPr lang="en-US" sz="3600">
                <a:latin typeface="+mn-lt"/>
              </a:rPr>
              <a:t>Process dashboard</a:t>
            </a:r>
          </a:p>
        </p:txBody>
      </p:sp>
      <p:sp>
        <p:nvSpPr>
          <p:cNvPr id="38" name="Text Placeholder 2">
            <a:hlinkClick r:id="rId3" action="ppaction://hlinksldjump"/>
            <a:extLst>
              <a:ext uri="{FF2B5EF4-FFF2-40B4-BE49-F238E27FC236}">
                <a16:creationId xmlns:a16="http://schemas.microsoft.com/office/drawing/2014/main" id="{E9C6AA11-C699-1A84-BAA6-D9DF3E2D6F1C}"/>
              </a:ext>
            </a:extLst>
          </p:cNvPr>
          <p:cNvSpPr txBox="1">
            <a:spLocks/>
          </p:cNvSpPr>
          <p:nvPr/>
        </p:nvSpPr>
        <p:spPr>
          <a:xfrm>
            <a:off x="11811" y="6477676"/>
            <a:ext cx="2016723" cy="374903"/>
          </a:xfrm>
          <a:prstGeom prst="rect">
            <a:avLst/>
          </a:prstGeom>
          <a:solidFill>
            <a:srgbClr val="B6C0CD"/>
          </a:soli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
        <p:nvSpPr>
          <p:cNvPr id="39" name="Text Placeholder 8">
            <a:hlinkClick r:id="rId4" action="ppaction://hlinksldjump"/>
            <a:extLst>
              <a:ext uri="{FF2B5EF4-FFF2-40B4-BE49-F238E27FC236}">
                <a16:creationId xmlns:a16="http://schemas.microsoft.com/office/drawing/2014/main" id="{F9B01C4E-A2BE-620C-B64A-51A50B677E2C}"/>
              </a:ext>
            </a:extLst>
          </p:cNvPr>
          <p:cNvSpPr txBox="1">
            <a:spLocks/>
          </p:cNvSpPr>
          <p:nvPr/>
        </p:nvSpPr>
        <p:spPr>
          <a:xfrm>
            <a:off x="2040346" y="6480055"/>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Executive summary</a:t>
            </a:r>
          </a:p>
        </p:txBody>
      </p:sp>
      <p:sp>
        <p:nvSpPr>
          <p:cNvPr id="40" name="Text Placeholder 9">
            <a:extLst>
              <a:ext uri="{FF2B5EF4-FFF2-40B4-BE49-F238E27FC236}">
                <a16:creationId xmlns:a16="http://schemas.microsoft.com/office/drawing/2014/main" id="{A2D991E5-84E6-7E78-C548-DA6A4D588721}"/>
              </a:ext>
            </a:extLst>
          </p:cNvPr>
          <p:cNvSpPr txBox="1">
            <a:spLocks/>
          </p:cNvSpPr>
          <p:nvPr/>
        </p:nvSpPr>
        <p:spPr>
          <a:xfrm>
            <a:off x="4072086" y="6477676"/>
            <a:ext cx="2016724" cy="374903"/>
          </a:xfrm>
          <a:prstGeom prst="rect">
            <a:avLst/>
          </a:prstGeo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Process dashboard</a:t>
            </a:r>
          </a:p>
        </p:txBody>
      </p:sp>
      <p:sp>
        <p:nvSpPr>
          <p:cNvPr id="41" name="Text Placeholder 10">
            <a:hlinkClick r:id="rId5" action="ppaction://hlinksldjump"/>
            <a:extLst>
              <a:ext uri="{FF2B5EF4-FFF2-40B4-BE49-F238E27FC236}">
                <a16:creationId xmlns:a16="http://schemas.microsoft.com/office/drawing/2014/main" id="{2B607E33-DD59-4BDA-6375-A93CF19B8FCE}"/>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42" name="Text Placeholder 11">
            <a:hlinkClick r:id="rId6" action="ppaction://hlinksldjump"/>
            <a:extLst>
              <a:ext uri="{FF2B5EF4-FFF2-40B4-BE49-F238E27FC236}">
                <a16:creationId xmlns:a16="http://schemas.microsoft.com/office/drawing/2014/main" id="{07737732-BCF3-22C7-E72E-3E6CD0B36FBD}"/>
              </a:ext>
            </a:extLst>
          </p:cNvPr>
          <p:cNvSpPr txBox="1">
            <a:spLocks/>
          </p:cNvSpPr>
          <p:nvPr/>
        </p:nvSpPr>
        <p:spPr>
          <a:xfrm>
            <a:off x="8134930"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Findings and recommendations</a:t>
            </a:r>
          </a:p>
        </p:txBody>
      </p:sp>
      <p:sp>
        <p:nvSpPr>
          <p:cNvPr id="43" name="Text Placeholder 12">
            <a:hlinkClick r:id="rId7" action="ppaction://hlinksldjump"/>
            <a:extLst>
              <a:ext uri="{FF2B5EF4-FFF2-40B4-BE49-F238E27FC236}">
                <a16:creationId xmlns:a16="http://schemas.microsoft.com/office/drawing/2014/main" id="{4A849EAF-578F-D33B-B060-A2C44AF6D14D}"/>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19" name="ZoneTexte 18">
            <a:extLst>
              <a:ext uri="{FF2B5EF4-FFF2-40B4-BE49-F238E27FC236}">
                <a16:creationId xmlns:a16="http://schemas.microsoft.com/office/drawing/2014/main" id="{71E0EF23-8E47-B109-D271-F6B04B93993A}"/>
              </a:ext>
            </a:extLst>
          </p:cNvPr>
          <p:cNvSpPr txBox="1"/>
          <p:nvPr/>
        </p:nvSpPr>
        <p:spPr>
          <a:xfrm>
            <a:off x="642106" y="1548942"/>
            <a:ext cx="4578591" cy="559370"/>
          </a:xfrm>
          <a:prstGeom prst="rect">
            <a:avLst/>
          </a:prstGeom>
        </p:spPr>
        <p:txBody>
          <a:bodyPr vert="horz" wrap="square" lIns="91440" tIns="45720" rIns="91440" bIns="45720" rtlCol="0" anchor="t" anchorCtr="0">
            <a:normAutofit/>
          </a:bodyPr>
          <a:lstStyle/>
          <a:p>
            <a:pPr algn="l"/>
            <a:endParaRPr lang="en-US" sz="1100">
              <a:solidFill>
                <a:srgbClr val="293A65"/>
              </a:solidFill>
            </a:endParaRPr>
          </a:p>
        </p:txBody>
      </p:sp>
      <p:grpSp>
        <p:nvGrpSpPr>
          <p:cNvPr id="6" name="Groupe 5">
            <a:extLst>
              <a:ext uri="{FF2B5EF4-FFF2-40B4-BE49-F238E27FC236}">
                <a16:creationId xmlns:a16="http://schemas.microsoft.com/office/drawing/2014/main" id="{FAF083F4-AFE0-4DAA-6162-EBEE8D63DEC1}"/>
              </a:ext>
            </a:extLst>
          </p:cNvPr>
          <p:cNvGrpSpPr/>
          <p:nvPr/>
        </p:nvGrpSpPr>
        <p:grpSpPr>
          <a:xfrm>
            <a:off x="642106" y="4694778"/>
            <a:ext cx="3188193" cy="418286"/>
            <a:chOff x="693138" y="4700878"/>
            <a:chExt cx="3188193" cy="418286"/>
          </a:xfrm>
        </p:grpSpPr>
        <p:sp>
          <p:nvSpPr>
            <p:cNvPr id="22" name="ZoneTexte 21">
              <a:extLst>
                <a:ext uri="{FF2B5EF4-FFF2-40B4-BE49-F238E27FC236}">
                  <a16:creationId xmlns:a16="http://schemas.microsoft.com/office/drawing/2014/main" id="{AACED82E-6DBF-1817-3B63-6A5E76ED5F2D}"/>
                </a:ext>
              </a:extLst>
            </p:cNvPr>
            <p:cNvSpPr txBox="1"/>
            <p:nvPr/>
          </p:nvSpPr>
          <p:spPr>
            <a:xfrm>
              <a:off x="693138" y="4700878"/>
              <a:ext cx="2315315" cy="276999"/>
            </a:xfrm>
            <a:prstGeom prst="rect">
              <a:avLst/>
            </a:prstGeom>
            <a:noFill/>
          </p:spPr>
          <p:txBody>
            <a:bodyPr wrap="square">
              <a:spAutoFit/>
            </a:bodyPr>
            <a:lstStyle/>
            <a:p>
              <a:pPr algn="l"/>
              <a:endParaRPr lang="en-US" sz="1200" b="1">
                <a:solidFill>
                  <a:srgbClr val="293A65"/>
                </a:solidFill>
              </a:endParaRPr>
            </a:p>
          </p:txBody>
        </p:sp>
        <p:sp>
          <p:nvSpPr>
            <p:cNvPr id="27" name="ZoneTexte 26">
              <a:extLst>
                <a:ext uri="{FF2B5EF4-FFF2-40B4-BE49-F238E27FC236}">
                  <a16:creationId xmlns:a16="http://schemas.microsoft.com/office/drawing/2014/main" id="{82166A17-F76F-09F6-100B-A8AE5347F9BD}"/>
                </a:ext>
              </a:extLst>
            </p:cNvPr>
            <p:cNvSpPr txBox="1"/>
            <p:nvPr/>
          </p:nvSpPr>
          <p:spPr>
            <a:xfrm>
              <a:off x="708524" y="4888332"/>
              <a:ext cx="3172807" cy="230832"/>
            </a:xfrm>
            <a:prstGeom prst="rect">
              <a:avLst/>
            </a:prstGeom>
            <a:noFill/>
          </p:spPr>
          <p:txBody>
            <a:bodyPr wrap="square">
              <a:spAutoFit/>
            </a:bodyPr>
            <a:lstStyle/>
            <a:p>
              <a:pPr algn="l"/>
              <a:endParaRPr lang="en-US" sz="900">
                <a:solidFill>
                  <a:srgbClr val="293A65"/>
                </a:solidFill>
              </a:endParaRPr>
            </a:p>
          </p:txBody>
        </p:sp>
      </p:grpSp>
      <p:sp>
        <p:nvSpPr>
          <p:cNvPr id="29" name="ZoneTexte 28">
            <a:extLst>
              <a:ext uri="{FF2B5EF4-FFF2-40B4-BE49-F238E27FC236}">
                <a16:creationId xmlns:a16="http://schemas.microsoft.com/office/drawing/2014/main" id="{68A80DE8-7D0B-3595-7ECA-D72B57006ADF}"/>
              </a:ext>
            </a:extLst>
          </p:cNvPr>
          <p:cNvSpPr txBox="1"/>
          <p:nvPr/>
        </p:nvSpPr>
        <p:spPr>
          <a:xfrm>
            <a:off x="6102411" y="5041347"/>
            <a:ext cx="4718542" cy="1385178"/>
          </a:xfrm>
          <a:prstGeom prst="rect">
            <a:avLst/>
          </a:prstGeom>
        </p:spPr>
        <p:txBody>
          <a:bodyPr vert="horz" wrap="square" lIns="91440" tIns="45720" rIns="91440" bIns="45720" rtlCol="0" anchor="t" anchorCtr="0">
            <a:noAutofit/>
          </a:bodyPr>
          <a:lstStyle/>
          <a:p>
            <a:pPr marL="171450" indent="-171450">
              <a:buFont typeface="Arial" panose="020B0604020202020204" pitchFamily="34" charset="0"/>
              <a:buChar char="•"/>
            </a:pPr>
            <a:endParaRPr lang="en-US" sz="1100">
              <a:solidFill>
                <a:srgbClr val="293A65"/>
              </a:solidFill>
            </a:endParaRPr>
          </a:p>
        </p:txBody>
      </p:sp>
      <p:sp>
        <p:nvSpPr>
          <p:cNvPr id="30" name="ZoneTexte 29">
            <a:extLst>
              <a:ext uri="{FF2B5EF4-FFF2-40B4-BE49-F238E27FC236}">
                <a16:creationId xmlns:a16="http://schemas.microsoft.com/office/drawing/2014/main" id="{F4AB164B-96A6-0322-E3F7-90EB21F92008}"/>
              </a:ext>
            </a:extLst>
          </p:cNvPr>
          <p:cNvSpPr txBox="1"/>
          <p:nvPr/>
        </p:nvSpPr>
        <p:spPr>
          <a:xfrm>
            <a:off x="6102411" y="1561525"/>
            <a:ext cx="4918549" cy="1525059"/>
          </a:xfrm>
          <a:prstGeom prst="rect">
            <a:avLst/>
          </a:prstGeom>
        </p:spPr>
        <p:txBody>
          <a:bodyPr vert="horz" wrap="square" lIns="91440" tIns="45720" rIns="91440" bIns="45720" rtlCol="0" anchor="t" anchorCtr="0">
            <a:normAutofit/>
          </a:bodyPr>
          <a:lstStyle/>
          <a:p>
            <a:pPr marL="171450" indent="-171450" algn="l">
              <a:buFont typeface="Arial" panose="020B0604020202020204" pitchFamily="34" charset="0"/>
              <a:buChar char="•"/>
            </a:pPr>
            <a:endParaRPr lang="en-US" sz="1100">
              <a:solidFill>
                <a:srgbClr val="293A65"/>
              </a:solidFill>
            </a:endParaRPr>
          </a:p>
        </p:txBody>
      </p:sp>
      <p:sp>
        <p:nvSpPr>
          <p:cNvPr id="31" name="ZoneTexte 30">
            <a:extLst>
              <a:ext uri="{FF2B5EF4-FFF2-40B4-BE49-F238E27FC236}">
                <a16:creationId xmlns:a16="http://schemas.microsoft.com/office/drawing/2014/main" id="{E61AE51E-845C-9A06-744F-2E2ABAF140D1}"/>
              </a:ext>
            </a:extLst>
          </p:cNvPr>
          <p:cNvSpPr txBox="1"/>
          <p:nvPr/>
        </p:nvSpPr>
        <p:spPr>
          <a:xfrm>
            <a:off x="6102411" y="3466445"/>
            <a:ext cx="3630484" cy="1195041"/>
          </a:xfrm>
          <a:prstGeom prst="rect">
            <a:avLst/>
          </a:prstGeom>
        </p:spPr>
        <p:txBody>
          <a:bodyPr vert="horz" wrap="square" lIns="91440" tIns="45720" rIns="91440" bIns="45720" rtlCol="0" anchor="t" anchorCtr="0">
            <a:normAutofit/>
          </a:bodyPr>
          <a:lstStyle/>
          <a:p>
            <a:pPr algn="l"/>
            <a:endParaRPr lang="en-US" sz="1100">
              <a:solidFill>
                <a:srgbClr val="293A65"/>
              </a:solidFill>
            </a:endParaRPr>
          </a:p>
        </p:txBody>
      </p:sp>
      <p:sp>
        <p:nvSpPr>
          <p:cNvPr id="8" name="ZoneTexte 7">
            <a:extLst>
              <a:ext uri="{FF2B5EF4-FFF2-40B4-BE49-F238E27FC236}">
                <a16:creationId xmlns:a16="http://schemas.microsoft.com/office/drawing/2014/main" id="{7F7D0BA5-A55A-77CA-210C-1F7F19B9D49E}"/>
              </a:ext>
            </a:extLst>
          </p:cNvPr>
          <p:cNvSpPr txBox="1"/>
          <p:nvPr/>
        </p:nvSpPr>
        <p:spPr>
          <a:xfrm>
            <a:off x="708475" y="5148502"/>
            <a:ext cx="4158799" cy="1080000"/>
          </a:xfrm>
          <a:prstGeom prst="rect">
            <a:avLst/>
          </a:prstGeom>
        </p:spPr>
        <p:txBody>
          <a:bodyPr vert="horz" wrap="square" lIns="91440" tIns="45720" rIns="91440" bIns="45720" rtlCol="0" anchor="t" anchorCtr="0">
            <a:normAutofit/>
          </a:bodyPr>
          <a:lstStyle/>
          <a:p>
            <a:pPr marL="171450" indent="-171450">
              <a:buFont typeface="Arial" panose="020B0604020202020204" pitchFamily="34" charset="0"/>
              <a:buChar char="•"/>
            </a:pPr>
            <a:endParaRPr lang="en-US" sz="1100">
              <a:solidFill>
                <a:srgbClr val="293A65"/>
              </a:solidFill>
            </a:endParaRPr>
          </a:p>
        </p:txBody>
      </p:sp>
    </p:spTree>
    <p:extLst>
      <p:ext uri="{BB962C8B-B14F-4D97-AF65-F5344CB8AC3E}">
        <p14:creationId xmlns:p14="http://schemas.microsoft.com/office/powerpoint/2010/main" val="377434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2E9D-C3FB-463A-8C79-8CD4657E4998}"/>
              </a:ext>
            </a:extLst>
          </p:cNvPr>
          <p:cNvSpPr>
            <a:spLocks noGrp="1"/>
          </p:cNvSpPr>
          <p:nvPr>
            <p:ph type="title"/>
          </p:nvPr>
        </p:nvSpPr>
        <p:spPr>
          <a:xfrm>
            <a:off x="838201" y="365130"/>
            <a:ext cx="8591549" cy="617530"/>
          </a:xfrm>
        </p:spPr>
        <p:txBody>
          <a:bodyPr>
            <a:normAutofit fontScale="90000"/>
          </a:bodyPr>
          <a:lstStyle/>
          <a:p>
            <a:r>
              <a:rPr lang="en-US">
                <a:latin typeface="+mn-lt"/>
              </a:rPr>
              <a:t>Finding overview</a:t>
            </a:r>
          </a:p>
        </p:txBody>
      </p:sp>
      <p:sp>
        <p:nvSpPr>
          <p:cNvPr id="3" name="Slide Number Placeholder 2">
            <a:extLst>
              <a:ext uri="{FF2B5EF4-FFF2-40B4-BE49-F238E27FC236}">
                <a16:creationId xmlns:a16="http://schemas.microsoft.com/office/drawing/2014/main" id="{B74C3E46-2528-44C4-9565-6DC75DF67D40}"/>
              </a:ext>
            </a:extLst>
          </p:cNvPr>
          <p:cNvSpPr>
            <a:spLocks noGrp="1"/>
          </p:cNvSpPr>
          <p:nvPr>
            <p:ph type="sldNum" sz="quarter" idx="12"/>
          </p:nvPr>
        </p:nvSpPr>
        <p:spPr/>
        <p:txBody>
          <a:bodyPr/>
          <a:lstStyle/>
          <a:p>
            <a:fld id="{9C5C683D-CEB1-4F30-9DF4-65B979347242}" type="slidenum">
              <a:rPr lang="en-US" smtClean="0"/>
              <a:pPr/>
              <a:t>7</a:t>
            </a:fld>
            <a:endParaRPr lang="en-US"/>
          </a:p>
        </p:txBody>
      </p:sp>
      <p:sp>
        <p:nvSpPr>
          <p:cNvPr id="25" name="Text Placeholder 8">
            <a:hlinkClick r:id="rId4" action="ppaction://hlinksldjump"/>
            <a:extLst>
              <a:ext uri="{FF2B5EF4-FFF2-40B4-BE49-F238E27FC236}">
                <a16:creationId xmlns:a16="http://schemas.microsoft.com/office/drawing/2014/main" id="{0A9C63B7-A0F8-ED43-AA9F-A7AC3ACE2216}"/>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28" name="Text Placeholder 9">
            <a:hlinkClick r:id="rId5" action="ppaction://hlinksldjump"/>
            <a:extLst>
              <a:ext uri="{FF2B5EF4-FFF2-40B4-BE49-F238E27FC236}">
                <a16:creationId xmlns:a16="http://schemas.microsoft.com/office/drawing/2014/main" id="{E605F454-CC9A-526B-726C-72067AE8115E}"/>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29" name="Text Placeholder 10">
            <a:extLst>
              <a:ext uri="{FF2B5EF4-FFF2-40B4-BE49-F238E27FC236}">
                <a16:creationId xmlns:a16="http://schemas.microsoft.com/office/drawing/2014/main" id="{12B1E405-70C6-661C-09DA-C0008CB681CD}"/>
              </a:ext>
            </a:extLst>
          </p:cNvPr>
          <p:cNvSpPr txBox="1">
            <a:spLocks/>
          </p:cNvSpPr>
          <p:nvPr/>
        </p:nvSpPr>
        <p:spPr>
          <a:xfrm>
            <a:off x="6106395" y="6477676"/>
            <a:ext cx="2016724" cy="374903"/>
          </a:xfrm>
          <a:prstGeom prst="rect">
            <a:avLst/>
          </a:prstGeo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Finding overview</a:t>
            </a:r>
          </a:p>
        </p:txBody>
      </p:sp>
      <p:sp>
        <p:nvSpPr>
          <p:cNvPr id="30" name="Text Placeholder 11">
            <a:hlinkClick r:id="rId6" action="ppaction://hlinksldjump"/>
            <a:extLst>
              <a:ext uri="{FF2B5EF4-FFF2-40B4-BE49-F238E27FC236}">
                <a16:creationId xmlns:a16="http://schemas.microsoft.com/office/drawing/2014/main" id="{FC2FF0CF-BAAC-6CCF-F6D4-B421882356B9}"/>
              </a:ext>
            </a:extLst>
          </p:cNvPr>
          <p:cNvSpPr txBox="1">
            <a:spLocks/>
          </p:cNvSpPr>
          <p:nvPr/>
        </p:nvSpPr>
        <p:spPr>
          <a:xfrm>
            <a:off x="8134930"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Findings and recommendations</a:t>
            </a:r>
          </a:p>
        </p:txBody>
      </p:sp>
      <p:sp>
        <p:nvSpPr>
          <p:cNvPr id="24" name="Text Placeholder 2">
            <a:hlinkClick r:id="rId7" action="ppaction://hlinksldjump"/>
            <a:extLst>
              <a:ext uri="{FF2B5EF4-FFF2-40B4-BE49-F238E27FC236}">
                <a16:creationId xmlns:a16="http://schemas.microsoft.com/office/drawing/2014/main" id="{A6FABCC7-4A52-CD04-FD1D-B4B1EFE0FB90}"/>
              </a:ext>
            </a:extLst>
          </p:cNvPr>
          <p:cNvSpPr txBox="1">
            <a:spLocks/>
          </p:cNvSpPr>
          <p:nvPr/>
        </p:nvSpPr>
        <p:spPr>
          <a:xfrm>
            <a:off x="11809" y="6477676"/>
            <a:ext cx="201672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graphicFrame>
        <p:nvGraphicFramePr>
          <p:cNvPr id="4" name="Content Placeholder 3">
            <a:extLst>
              <a:ext uri="{FF2B5EF4-FFF2-40B4-BE49-F238E27FC236}">
                <a16:creationId xmlns:a16="http://schemas.microsoft.com/office/drawing/2014/main" id="{EC766541-789A-70A3-7D38-B90DBAC69331}"/>
              </a:ext>
            </a:extLst>
          </p:cNvPr>
          <p:cNvGraphicFramePr>
            <a:graphicFrameLocks/>
          </p:cNvGraphicFramePr>
          <p:nvPr>
            <p:custDataLst>
              <p:tags r:id="rId1"/>
            </p:custDataLst>
            <p:extLst>
              <p:ext uri="{D42A27DB-BD31-4B8C-83A1-F6EECF244321}">
                <p14:modId xmlns:p14="http://schemas.microsoft.com/office/powerpoint/2010/main" val="2344256489"/>
              </p:ext>
            </p:extLst>
          </p:nvPr>
        </p:nvGraphicFramePr>
        <p:xfrm>
          <a:off x="838201" y="1589596"/>
          <a:ext cx="10364934" cy="2427250"/>
        </p:xfrm>
        <a:graphic>
          <a:graphicData uri="http://schemas.openxmlformats.org/drawingml/2006/table">
            <a:tbl>
              <a:tblPr firstRow="1" bandRow="1">
                <a:tableStyleId>{5C22544A-7EE6-4342-B048-85BDC9FD1C3A}</a:tableStyleId>
              </a:tblPr>
              <a:tblGrid>
                <a:gridCol w="7951934">
                  <a:extLst>
                    <a:ext uri="{9D8B030D-6E8A-4147-A177-3AD203B41FA5}">
                      <a16:colId xmlns:a16="http://schemas.microsoft.com/office/drawing/2014/main" val="20000"/>
                    </a:ext>
                  </a:extLst>
                </a:gridCol>
                <a:gridCol w="976315">
                  <a:extLst>
                    <a:ext uri="{9D8B030D-6E8A-4147-A177-3AD203B41FA5}">
                      <a16:colId xmlns:a16="http://schemas.microsoft.com/office/drawing/2014/main" val="20001"/>
                    </a:ext>
                  </a:extLst>
                </a:gridCol>
                <a:gridCol w="805253">
                  <a:extLst>
                    <a:ext uri="{9D8B030D-6E8A-4147-A177-3AD203B41FA5}">
                      <a16:colId xmlns:a16="http://schemas.microsoft.com/office/drawing/2014/main" val="20002"/>
                    </a:ext>
                  </a:extLst>
                </a:gridCol>
                <a:gridCol w="631432">
                  <a:extLst>
                    <a:ext uri="{9D8B030D-6E8A-4147-A177-3AD203B41FA5}">
                      <a16:colId xmlns:a16="http://schemas.microsoft.com/office/drawing/2014/main" val="20003"/>
                    </a:ext>
                  </a:extLst>
                </a:gridCol>
              </a:tblGrid>
              <a:tr h="427788">
                <a:tc gridSpan="4">
                  <a:txBody>
                    <a:bodyPr/>
                    <a:lstStyle/>
                    <a:p>
                      <a:pPr marL="0" algn="r" defTabSz="936625" rtl="0" eaLnBrk="1" latinLnBrk="0" hangingPunct="1">
                        <a:lnSpc>
                          <a:spcPct val="114000"/>
                        </a:lnSpc>
                        <a:tabLst/>
                      </a:pPr>
                      <a:r>
                        <a:rPr lang="en-GB" sz="1000" b="1" kern="1200" dirty="0">
                          <a:solidFill>
                            <a:schemeClr val="bg1"/>
                          </a:solidFill>
                          <a:latin typeface="+mn-lt"/>
                          <a:ea typeface="+mn-ea"/>
                          <a:cs typeface="+mn-cs"/>
                        </a:rPr>
                        <a:t>            High               Medium          Low   </a:t>
                      </a:r>
                      <a:r>
                        <a:rPr lang="en-GB" sz="1000" b="1" kern="1200" dirty="0">
                          <a:solidFill>
                            <a:srgbClr val="009EE3"/>
                          </a:solidFill>
                          <a:latin typeface="+mn-lt"/>
                          <a:ea typeface="+mn-ea"/>
                          <a:cs typeface="+mn-cs"/>
                        </a:rPr>
                        <a:t>.</a:t>
                      </a:r>
                      <a:r>
                        <a:rPr lang="en-GB" sz="1000" b="1" kern="1200" dirty="0">
                          <a:solidFill>
                            <a:schemeClr val="bg1"/>
                          </a:solidFill>
                          <a:latin typeface="+mn-lt"/>
                          <a:ea typeface="+mn-ea"/>
                          <a:cs typeface="+mn-cs"/>
                        </a:rPr>
                        <a:t>    </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algn="l" defTabSz="914400" rtl="0" eaLnBrk="1" latinLnBrk="0" hangingPunct="1">
                        <a:lnSpc>
                          <a:spcPct val="114000"/>
                        </a:lnSpc>
                      </a:pPr>
                      <a:r>
                        <a:rPr lang="en-GB" sz="900" b="1" kern="1200">
                          <a:solidFill>
                            <a:schemeClr val="bg1"/>
                          </a:solidFill>
                          <a:latin typeface="+mn-lt"/>
                          <a:ea typeface="+mn-ea"/>
                          <a:cs typeface="+mn-cs"/>
                        </a:rPr>
                        <a:t>High</a:t>
                      </a:r>
                    </a:p>
                  </a:txBody>
                  <a:tcPr marL="45720" marR="45720" marT="27432" marB="27432" anchor="ctr">
                    <a:lnL w="9525" cap="flat" cmpd="sng" algn="ctr">
                      <a:solidFill>
                        <a:srgbClr val="293A65"/>
                      </a:solidFill>
                      <a:prstDash val="solid"/>
                      <a:round/>
                      <a:headEnd type="none" w="med" len="med"/>
                      <a:tailEnd type="none" w="med" len="med"/>
                    </a:lnL>
                    <a:lnR w="9525" cap="flat" cmpd="sng" algn="ctr">
                      <a:solidFill>
                        <a:srgbClr val="293A65"/>
                      </a:solidFill>
                      <a:prstDash val="solid"/>
                      <a:round/>
                      <a:headEnd type="none" w="med" len="med"/>
                      <a:tailEnd type="none" w="med" len="med"/>
                    </a:lnR>
                    <a:lnT w="9525" cap="flat" cmpd="sng" algn="ctr">
                      <a:solidFill>
                        <a:srgbClr val="293A65"/>
                      </a:solidFill>
                      <a:prstDash val="solid"/>
                      <a:round/>
                      <a:headEnd type="none" w="med" len="med"/>
                      <a:tailEnd type="none" w="med" len="med"/>
                    </a:lnT>
                    <a:lnB w="9525" cap="flat" cmpd="sng" algn="ctr">
                      <a:solidFill>
                        <a:srgbClr val="293A65"/>
                      </a:solidFill>
                      <a:prstDash val="solid"/>
                      <a:round/>
                      <a:headEnd type="none" w="med" len="med"/>
                      <a:tailEnd type="none" w="med" len="med"/>
                    </a:lnB>
                    <a:gradFill>
                      <a:gsLst>
                        <a:gs pos="100000">
                          <a:srgbClr val="0800B9"/>
                        </a:gs>
                        <a:gs pos="0">
                          <a:srgbClr val="009EE3"/>
                        </a:gs>
                      </a:gsLst>
                      <a:lin ang="10800000" scaled="1"/>
                    </a:gradFill>
                  </a:tcPr>
                </a:tc>
                <a:tc hMerge="1">
                  <a:txBody>
                    <a:bodyPr/>
                    <a:lstStyle/>
                    <a:p>
                      <a:pPr marL="0" algn="l" defTabSz="914400" rtl="0" eaLnBrk="1" latinLnBrk="0" hangingPunct="1">
                        <a:lnSpc>
                          <a:spcPct val="114000"/>
                        </a:lnSpc>
                      </a:pPr>
                      <a:r>
                        <a:rPr lang="en-GB" sz="900" b="1" kern="1200">
                          <a:solidFill>
                            <a:schemeClr val="bg1"/>
                          </a:solidFill>
                          <a:latin typeface="+mn-lt"/>
                          <a:ea typeface="+mn-ea"/>
                          <a:cs typeface="+mn-cs"/>
                        </a:rPr>
                        <a:t>Medium</a:t>
                      </a:r>
                    </a:p>
                  </a:txBody>
                  <a:tcPr marL="45720" marR="45720" marT="27432" marB="27432" anchor="ctr">
                    <a:lnL w="9525" cap="flat" cmpd="sng" algn="ctr">
                      <a:solidFill>
                        <a:srgbClr val="293A65"/>
                      </a:solidFill>
                      <a:prstDash val="solid"/>
                      <a:round/>
                      <a:headEnd type="none" w="med" len="med"/>
                      <a:tailEnd type="none" w="med" len="med"/>
                    </a:lnL>
                    <a:lnR w="9525" cap="flat" cmpd="sng" algn="ctr">
                      <a:solidFill>
                        <a:srgbClr val="293A65"/>
                      </a:solidFill>
                      <a:prstDash val="solid"/>
                      <a:round/>
                      <a:headEnd type="none" w="med" len="med"/>
                      <a:tailEnd type="none" w="med" len="med"/>
                    </a:lnR>
                    <a:lnT w="9525" cap="flat" cmpd="sng" algn="ctr">
                      <a:solidFill>
                        <a:srgbClr val="293A65"/>
                      </a:solidFill>
                      <a:prstDash val="solid"/>
                      <a:round/>
                      <a:headEnd type="none" w="med" len="med"/>
                      <a:tailEnd type="none" w="med" len="med"/>
                    </a:lnT>
                    <a:lnB w="9525" cap="flat" cmpd="sng" algn="ctr">
                      <a:solidFill>
                        <a:srgbClr val="293A65"/>
                      </a:solidFill>
                      <a:prstDash val="solid"/>
                      <a:round/>
                      <a:headEnd type="none" w="med" len="med"/>
                      <a:tailEnd type="none" w="med" len="med"/>
                    </a:lnB>
                    <a:gradFill>
                      <a:gsLst>
                        <a:gs pos="100000">
                          <a:srgbClr val="0800B9"/>
                        </a:gs>
                        <a:gs pos="0">
                          <a:srgbClr val="009EE3"/>
                        </a:gs>
                      </a:gsLst>
                      <a:lin ang="10800000" scaled="1"/>
                    </a:gradFill>
                  </a:tcPr>
                </a:tc>
                <a:tc hMerge="1">
                  <a:txBody>
                    <a:bodyPr/>
                    <a:lstStyle/>
                    <a:p>
                      <a:pPr marL="0" algn="l" defTabSz="914400" rtl="0" eaLnBrk="1" latinLnBrk="0" hangingPunct="1">
                        <a:lnSpc>
                          <a:spcPct val="114000"/>
                        </a:lnSpc>
                      </a:pPr>
                      <a:r>
                        <a:rPr lang="en-GB" sz="900" b="1" kern="1200">
                          <a:solidFill>
                            <a:schemeClr val="bg1"/>
                          </a:solidFill>
                          <a:latin typeface="+mn-lt"/>
                          <a:ea typeface="+mn-ea"/>
                          <a:cs typeface="+mn-cs"/>
                        </a:rPr>
                        <a:t>Low</a:t>
                      </a:r>
                    </a:p>
                  </a:txBody>
                  <a:tcPr marL="45720" marR="45720" marT="27432" marB="27432" anchor="ctr">
                    <a:lnL w="9525" cap="flat" cmpd="sng" algn="ctr">
                      <a:solidFill>
                        <a:srgbClr val="293A65"/>
                      </a:solidFill>
                      <a:prstDash val="solid"/>
                      <a:round/>
                      <a:headEnd type="none" w="med" len="med"/>
                      <a:tailEnd type="none" w="med" len="med"/>
                    </a:lnL>
                    <a:lnR w="9525" cap="flat" cmpd="sng" algn="ctr">
                      <a:solidFill>
                        <a:srgbClr val="293A65"/>
                      </a:solidFill>
                      <a:prstDash val="solid"/>
                      <a:round/>
                      <a:headEnd type="none" w="med" len="med"/>
                      <a:tailEnd type="none" w="med" len="med"/>
                    </a:lnR>
                    <a:lnT w="9525" cap="flat" cmpd="sng" algn="ctr">
                      <a:solidFill>
                        <a:srgbClr val="293A65"/>
                      </a:solidFill>
                      <a:prstDash val="solid"/>
                      <a:round/>
                      <a:headEnd type="none" w="med" len="med"/>
                      <a:tailEnd type="none" w="med" len="med"/>
                    </a:lnT>
                    <a:lnB w="9525" cap="flat" cmpd="sng" algn="ctr">
                      <a:solidFill>
                        <a:srgbClr val="293A65"/>
                      </a:solidFill>
                      <a:prstDash val="solid"/>
                      <a:round/>
                      <a:headEnd type="none" w="med" len="med"/>
                      <a:tailEnd type="none" w="med" len="med"/>
                    </a:lnB>
                    <a:gradFill>
                      <a:gsLst>
                        <a:gs pos="100000">
                          <a:srgbClr val="0800B9"/>
                        </a:gs>
                        <a:gs pos="0">
                          <a:srgbClr val="009EE3"/>
                        </a:gs>
                      </a:gsLst>
                      <a:lin ang="10800000" scaled="1"/>
                    </a:gradFill>
                  </a:tcPr>
                </a:tc>
                <a:extLst>
                  <a:ext uri="{0D108BD9-81ED-4DB2-BD59-A6C34878D82A}">
                    <a16:rowId xmlns:a16="http://schemas.microsoft.com/office/drawing/2014/main" val="10000"/>
                  </a:ext>
                </a:extLst>
              </a:tr>
              <a:tr h="284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kern="1200" dirty="0">
                          <a:solidFill>
                            <a:srgbClr val="293A65"/>
                          </a:solidFill>
                          <a:latin typeface="+mn-lt"/>
                          <a:ea typeface="+mn-ea"/>
                          <a:cs typeface="+mn-cs"/>
                        </a:rPr>
                        <a:t>AO01. [AO DESCRIPTION]</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00000"/>
                        </a:lnSpc>
                      </a:pPr>
                      <a:r>
                        <a:rPr lang="en-GB" sz="1000" b="0"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00000"/>
                        </a:lnSpc>
                      </a:pPr>
                      <a:r>
                        <a:rPr lang="en-GB" sz="1000" b="0"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4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AO02. </a:t>
                      </a:r>
                      <a:r>
                        <a:rPr lang="en-US" sz="1000" b="0" kern="1200">
                          <a:solidFill>
                            <a:srgbClr val="293A65"/>
                          </a:solidFill>
                          <a:latin typeface="+mn-lt"/>
                          <a:ea typeface="+mn-ea"/>
                          <a:cs typeface="+mn-cs"/>
                        </a:rPr>
                        <a:t>[AO DESCRIPTION]</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2521740"/>
                  </a:ext>
                </a:extLst>
              </a:tr>
              <a:tr h="284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dirty="0">
                          <a:solidFill>
                            <a:srgbClr val="293A65"/>
                          </a:solidFill>
                          <a:latin typeface="+mn-lt"/>
                          <a:ea typeface="+mn-ea"/>
                          <a:cs typeface="+mn-cs"/>
                        </a:rPr>
                        <a:t>AO03. </a:t>
                      </a:r>
                      <a:r>
                        <a:rPr lang="en-US" sz="1000" b="0" kern="1200" dirty="0">
                          <a:solidFill>
                            <a:srgbClr val="293A65"/>
                          </a:solidFill>
                          <a:latin typeface="+mn-lt"/>
                          <a:ea typeface="+mn-ea"/>
                          <a:cs typeface="+mn-cs"/>
                        </a:rPr>
                        <a:t>[AO DESCRIPTION]</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dirty="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dirty="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kern="1200" dirty="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485577"/>
                  </a:ext>
                </a:extLst>
              </a:tr>
              <a:tr h="284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kern="1200" dirty="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dirty="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1808259"/>
                  </a:ext>
                </a:extLst>
              </a:tr>
              <a:tr h="284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kern="1200" dirty="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dirty="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0499994"/>
                  </a:ext>
                </a:extLst>
              </a:tr>
              <a:tr h="284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kern="1200" dirty="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dirty="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000" b="0" kern="1200">
                        <a:solidFill>
                          <a:srgbClr val="293A65"/>
                        </a:solidFill>
                        <a:latin typeface="+mn-lt"/>
                        <a:ea typeface="+mn-ea"/>
                        <a:cs typeface="+mn-cs"/>
                      </a:endParaRP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0333696"/>
                  </a:ext>
                </a:extLst>
              </a:tr>
              <a:tr h="295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a:solidFill>
                            <a:srgbClr val="293A65"/>
                          </a:solidFill>
                          <a:latin typeface="+mn-lt"/>
                          <a:ea typeface="+mn-ea"/>
                          <a:cs typeface="+mn-cs"/>
                        </a:rPr>
                        <a:t>Total</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00000"/>
                        </a:lnSpc>
                      </a:pPr>
                      <a:r>
                        <a:rPr lang="en-GB" sz="1000" b="1" kern="1200" dirty="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00000"/>
                        </a:lnSpc>
                      </a:pPr>
                      <a:r>
                        <a:rPr lang="en-GB" sz="1000" b="1" kern="120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00000"/>
                        </a:lnSpc>
                      </a:pPr>
                      <a:r>
                        <a:rPr lang="en-GB" sz="1000" b="1" kern="1200" dirty="0">
                          <a:solidFill>
                            <a:srgbClr val="293A65"/>
                          </a:solidFill>
                          <a:latin typeface="+mn-lt"/>
                          <a:ea typeface="+mn-ea"/>
                          <a:cs typeface="+mn-cs"/>
                        </a:rPr>
                        <a:t>[X]</a:t>
                      </a:r>
                    </a:p>
                  </a:txBody>
                  <a:tcPr marL="45720" marR="45720" marT="27432" marB="27432"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6855206"/>
                  </a:ext>
                </a:extLst>
              </a:tr>
            </a:tbl>
          </a:graphicData>
        </a:graphic>
      </p:graphicFrame>
      <p:sp>
        <p:nvSpPr>
          <p:cNvPr id="5" name="Text Placeholder 12">
            <a:hlinkClick r:id="rId8" action="ppaction://hlinksldjump"/>
            <a:extLst>
              <a:ext uri="{FF2B5EF4-FFF2-40B4-BE49-F238E27FC236}">
                <a16:creationId xmlns:a16="http://schemas.microsoft.com/office/drawing/2014/main" id="{A4F25A78-F2CB-3B12-3C7A-D1EC40D3FE52}"/>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Tree>
    <p:extLst>
      <p:ext uri="{BB962C8B-B14F-4D97-AF65-F5344CB8AC3E}">
        <p14:creationId xmlns:p14="http://schemas.microsoft.com/office/powerpoint/2010/main" val="196443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82B9E-0815-4D71-9178-B6BC327277BB}"/>
              </a:ext>
            </a:extLst>
          </p:cNvPr>
          <p:cNvSpPr>
            <a:spLocks noGrp="1"/>
          </p:cNvSpPr>
          <p:nvPr>
            <p:ph type="title"/>
          </p:nvPr>
        </p:nvSpPr>
        <p:spPr>
          <a:xfrm>
            <a:off x="838201" y="365130"/>
            <a:ext cx="8591549" cy="617530"/>
          </a:xfrm>
        </p:spPr>
        <p:txBody>
          <a:bodyPr>
            <a:normAutofit fontScale="90000"/>
          </a:bodyPr>
          <a:lstStyle/>
          <a:p>
            <a:r>
              <a:rPr lang="en-US">
                <a:latin typeface="+mn-lt"/>
              </a:rPr>
              <a:t>Findings and recommendations</a:t>
            </a:r>
          </a:p>
        </p:txBody>
      </p:sp>
      <p:sp>
        <p:nvSpPr>
          <p:cNvPr id="3" name="Slide Number Placeholder 2">
            <a:extLst>
              <a:ext uri="{FF2B5EF4-FFF2-40B4-BE49-F238E27FC236}">
                <a16:creationId xmlns:a16="http://schemas.microsoft.com/office/drawing/2014/main" id="{62EC594E-C08D-4081-9C50-0A524A0435B2}"/>
              </a:ext>
            </a:extLst>
          </p:cNvPr>
          <p:cNvSpPr>
            <a:spLocks noGrp="1"/>
          </p:cNvSpPr>
          <p:nvPr>
            <p:ph type="sldNum" sz="quarter" idx="12"/>
          </p:nvPr>
        </p:nvSpPr>
        <p:spPr/>
        <p:txBody>
          <a:bodyPr/>
          <a:lstStyle/>
          <a:p>
            <a:fld id="{9C5C683D-CEB1-4F30-9DF4-65B979347242}" type="slidenum">
              <a:rPr lang="en-US" smtClean="0">
                <a:latin typeface="+mn-lt"/>
              </a:rPr>
              <a:pPr/>
              <a:t>8</a:t>
            </a:fld>
            <a:endParaRPr lang="en-US">
              <a:latin typeface="+mn-lt"/>
            </a:endParaRPr>
          </a:p>
        </p:txBody>
      </p:sp>
      <p:graphicFrame>
        <p:nvGraphicFramePr>
          <p:cNvPr id="14" name="Tijdelijke aanduiding voor tabel 41">
            <a:extLst>
              <a:ext uri="{FF2B5EF4-FFF2-40B4-BE49-F238E27FC236}">
                <a16:creationId xmlns:a16="http://schemas.microsoft.com/office/drawing/2014/main" id="{A1D17AAC-E205-4372-AF5F-DA0B497D3AC3}"/>
              </a:ext>
            </a:extLst>
          </p:cNvPr>
          <p:cNvGraphicFramePr>
            <a:graphicFrameLocks/>
          </p:cNvGraphicFramePr>
          <p:nvPr>
            <p:extLst>
              <p:ext uri="{D42A27DB-BD31-4B8C-83A1-F6EECF244321}">
                <p14:modId xmlns:p14="http://schemas.microsoft.com/office/powerpoint/2010/main" val="1277358787"/>
              </p:ext>
            </p:extLst>
          </p:nvPr>
        </p:nvGraphicFramePr>
        <p:xfrm>
          <a:off x="735386" y="1263369"/>
          <a:ext cx="11134865" cy="4933597"/>
        </p:xfrm>
        <a:graphic>
          <a:graphicData uri="http://schemas.openxmlformats.org/drawingml/2006/table">
            <a:tbl>
              <a:tblPr firstRow="1" bandRow="1">
                <a:tableStyleId>{2D5ABB26-0587-4C30-8999-92F81FD0307C}</a:tableStyleId>
              </a:tblPr>
              <a:tblGrid>
                <a:gridCol w="1521446">
                  <a:extLst>
                    <a:ext uri="{9D8B030D-6E8A-4147-A177-3AD203B41FA5}">
                      <a16:colId xmlns:a16="http://schemas.microsoft.com/office/drawing/2014/main" val="253662939"/>
                    </a:ext>
                  </a:extLst>
                </a:gridCol>
                <a:gridCol w="8523922">
                  <a:extLst>
                    <a:ext uri="{9D8B030D-6E8A-4147-A177-3AD203B41FA5}">
                      <a16:colId xmlns:a16="http://schemas.microsoft.com/office/drawing/2014/main" val="1416817821"/>
                    </a:ext>
                  </a:extLst>
                </a:gridCol>
                <a:gridCol w="1089497">
                  <a:extLst>
                    <a:ext uri="{9D8B030D-6E8A-4147-A177-3AD203B41FA5}">
                      <a16:colId xmlns:a16="http://schemas.microsoft.com/office/drawing/2014/main" val="829511030"/>
                    </a:ext>
                  </a:extLst>
                </a:gridCol>
              </a:tblGrid>
              <a:tr h="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kern="1200" dirty="0">
                          <a:solidFill>
                            <a:schemeClr val="bg1"/>
                          </a:solidFill>
                          <a:latin typeface="+mn-lt"/>
                          <a:ea typeface="+mn-ea"/>
                          <a:cs typeface="+mn-cs"/>
                        </a:rPr>
                        <a:t>0xxx – [FINDING TITLE]</a:t>
                      </a:r>
                      <a:endParaRPr lang="en-US" sz="1000" b="1" kern="1200" dirty="0">
                        <a:solidFill>
                          <a:schemeClr val="bg1"/>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0xxx – [FINDING TITLE] [RISK level]</a:t>
                      </a:r>
                      <a:endParaRPr lang="en-US" sz="1000" b="0" kern="1200">
                        <a:solidFill>
                          <a:srgbClr val="293A65"/>
                        </a:solidFill>
                        <a:latin typeface="+mn-lt"/>
                        <a:ea typeface="+mn-ea"/>
                        <a:cs typeface="+mn-cs"/>
                      </a:endParaRPr>
                    </a:p>
                    <a:p>
                      <a:pPr algn="l">
                        <a:lnSpc>
                          <a:spcPct val="100000"/>
                        </a:lnSpc>
                      </a:pP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Risk: xxx</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815251660"/>
                  </a:ext>
                </a:extLst>
              </a:tr>
              <a:tr h="1199501">
                <a:tc>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nl-NL" sz="1000" b="1" kern="1200" err="1">
                          <a:solidFill>
                            <a:schemeClr val="bg1"/>
                          </a:solidFill>
                          <a:latin typeface="+mn-lt"/>
                          <a:ea typeface="+mn-ea"/>
                          <a:cs typeface="+mn-cs"/>
                        </a:rPr>
                        <a:t>Finding</a:t>
                      </a:r>
                      <a:endParaRPr lang="nl-NL" sz="1000" b="1" kern="1200">
                        <a:solidFill>
                          <a:schemeClr val="bg1"/>
                        </a:solidFill>
                        <a:latin typeface="+mn-lt"/>
                        <a:ea typeface="+mn-ea"/>
                        <a:cs typeface="+mn-cs"/>
                      </a:endParaRP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a:txBody>
                    <a:bodyPr/>
                    <a:lstStyle/>
                    <a:p>
                      <a:pPr algn="l">
                        <a:lnSpc>
                          <a:spcPct val="100000"/>
                        </a:lnSpc>
                      </a:pPr>
                      <a:r>
                        <a:rPr lang="nl-NL" sz="1000" b="0" kern="1200">
                          <a:solidFill>
                            <a:srgbClr val="293A65"/>
                          </a:solidFill>
                          <a:latin typeface="+mn-lt"/>
                          <a:ea typeface="+mn-ea"/>
                          <a:cs typeface="+mn-cs"/>
                        </a:rPr>
                        <a:t>[FINDING DESCRIPTION + SHORT CONTEXT]</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nl-NL" sz="1000" b="0" kern="1200" err="1">
                          <a:solidFill>
                            <a:srgbClr val="293A65"/>
                          </a:solidFill>
                          <a:latin typeface="+mn-lt"/>
                          <a:ea typeface="+mn-ea"/>
                          <a:cs typeface="+mn-cs"/>
                        </a:rPr>
                        <a:t>AOxx</a:t>
                      </a:r>
                      <a:endParaRPr lang="nl-NL"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4160285"/>
                  </a:ext>
                </a:extLst>
              </a:tr>
              <a:tr h="850424">
                <a:tc>
                  <a:txBody>
                    <a:bodyPr/>
                    <a:lstStyle/>
                    <a:p>
                      <a:pPr algn="ctr">
                        <a:lnSpc>
                          <a:spcPct val="100000"/>
                        </a:lnSpc>
                      </a:pPr>
                      <a:r>
                        <a:rPr lang="nl-NL" sz="1000" b="1">
                          <a:solidFill>
                            <a:schemeClr val="bg1"/>
                          </a:solidFill>
                          <a:latin typeface="+mn-lt"/>
                        </a:rPr>
                        <a:t>Root </a:t>
                      </a:r>
                      <a:r>
                        <a:rPr lang="nl-NL" sz="1000" b="1" err="1">
                          <a:solidFill>
                            <a:schemeClr val="bg1"/>
                          </a:solidFill>
                          <a:latin typeface="+mn-lt"/>
                        </a:rPr>
                        <a:t>Cause</a:t>
                      </a:r>
                      <a:r>
                        <a:rPr lang="nl-NL" sz="1000" b="1">
                          <a:solidFill>
                            <a:schemeClr val="bg1"/>
                          </a:solidFill>
                          <a:latin typeface="+mn-lt"/>
                        </a:rPr>
                        <a:t>(s)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defTabSz="914400" rtl="0" eaLnBrk="1" latinLnBrk="0" hangingPunct="1">
                        <a:lnSpc>
                          <a:spcPct val="100000"/>
                        </a:lnSpc>
                        <a:buFont typeface="Arial" panose="020B0604020202020204" pitchFamily="34" charset="0"/>
                        <a:buChar char="•"/>
                      </a:pPr>
                      <a:r>
                        <a:rPr lang="nl-NL" sz="1000" b="0" kern="1200">
                          <a:solidFill>
                            <a:srgbClr val="293A65"/>
                          </a:solidFill>
                          <a:latin typeface="+mn-lt"/>
                          <a:ea typeface="+mn-ea"/>
                          <a:cs typeface="+mn-cs"/>
                        </a:rPr>
                        <a:t>[ROOT CAUSE(S)]</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2775058923"/>
                  </a:ext>
                </a:extLst>
              </a:tr>
              <a:tr h="850424">
                <a:tc>
                  <a:txBody>
                    <a:bodyPr/>
                    <a:lstStyle/>
                    <a:p>
                      <a:pPr algn="ctr">
                        <a:lnSpc>
                          <a:spcPct val="100000"/>
                        </a:lnSpc>
                      </a:pPr>
                      <a:r>
                        <a:rPr lang="nl-NL" sz="1000" b="1">
                          <a:solidFill>
                            <a:schemeClr val="bg1"/>
                          </a:solidFill>
                          <a:latin typeface="+mn-lt"/>
                        </a:rPr>
                        <a:t>Risk(s)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defTabSz="914400" rtl="0" eaLnBrk="1" latinLnBrk="0" hangingPunct="1">
                        <a:lnSpc>
                          <a:spcPct val="100000"/>
                        </a:lnSpc>
                        <a:buFont typeface="Arial" panose="020B0604020202020204" pitchFamily="34" charset="0"/>
                        <a:buChar char="•"/>
                      </a:pPr>
                      <a:r>
                        <a:rPr lang="nl-NL" sz="1000" b="0" kern="1200">
                          <a:solidFill>
                            <a:srgbClr val="293A65"/>
                          </a:solidFill>
                          <a:latin typeface="+mn-lt"/>
                          <a:ea typeface="+mn-ea"/>
                          <a:cs typeface="+mn-cs"/>
                        </a:rPr>
                        <a:t>[RISK(S)]</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32469217"/>
                  </a:ext>
                </a:extLst>
              </a:tr>
              <a:tr h="850424">
                <a:tc>
                  <a:txBody>
                    <a:bodyPr/>
                    <a:lstStyle/>
                    <a:p>
                      <a:pPr algn="ctr">
                        <a:lnSpc>
                          <a:spcPct val="100000"/>
                        </a:lnSpc>
                      </a:pPr>
                      <a:r>
                        <a:rPr lang="nl-NL" sz="1000" b="1" err="1">
                          <a:solidFill>
                            <a:schemeClr val="bg1"/>
                          </a:solidFill>
                          <a:latin typeface="+mn-lt"/>
                        </a:rPr>
                        <a:t>Stake</a:t>
                      </a:r>
                      <a:r>
                        <a:rPr lang="nl-NL" sz="1000" b="1">
                          <a:solidFill>
                            <a:schemeClr val="bg1"/>
                          </a:solidFill>
                          <a:latin typeface="+mn-lt"/>
                        </a:rPr>
                        <a:t>(s)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rtl="0" eaLnBrk="1" latinLnBrk="0" hangingPunct="1">
                        <a:lnSpc>
                          <a:spcPct val="100000"/>
                        </a:lnSpc>
                        <a:buFont typeface="Arial" panose="020B0604020202020204" pitchFamily="34" charset="0"/>
                        <a:buChar char="•"/>
                      </a:pPr>
                      <a:r>
                        <a:rPr lang="nl-NL" sz="1000" b="0" kern="1200" dirty="0">
                          <a:solidFill>
                            <a:srgbClr val="293A65"/>
                          </a:solidFill>
                          <a:latin typeface="+mn-lt"/>
                          <a:ea typeface="+mn-ea"/>
                          <a:cs typeface="+mn-cs"/>
                        </a:rPr>
                        <a:t>[STAKE(S)]</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989520136"/>
                  </a:ext>
                </a:extLst>
              </a:tr>
              <a:tr h="850424">
                <a:tc>
                  <a:txBody>
                    <a:bodyPr/>
                    <a:lstStyle/>
                    <a:p>
                      <a:pPr algn="ctr">
                        <a:lnSpc>
                          <a:spcPct val="100000"/>
                        </a:lnSpc>
                      </a:pPr>
                      <a:r>
                        <a:rPr lang="nl-NL" sz="1000" b="1" err="1">
                          <a:solidFill>
                            <a:schemeClr val="bg1"/>
                          </a:solidFill>
                          <a:latin typeface="+mn-lt"/>
                        </a:rPr>
                        <a:t>Recommendation</a:t>
                      </a:r>
                      <a:endParaRPr lang="nl-NL" sz="1000" b="1">
                        <a:solidFill>
                          <a:schemeClr val="bg1"/>
                        </a:solidFill>
                        <a:latin typeface="+mn-lt"/>
                      </a:endParaRP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6">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0" indent="0" algn="l" defTabSz="914400" rtl="0" eaLnBrk="1" latinLnBrk="0" hangingPunct="1">
                        <a:lnSpc>
                          <a:spcPct val="100000"/>
                        </a:lnSpc>
                        <a:buFont typeface="Wingdings" panose="05000000000000000000" pitchFamily="2" charset="2"/>
                        <a:buNone/>
                      </a:pPr>
                      <a:r>
                        <a:rPr lang="nl-NL" sz="1000" b="0" kern="1200" dirty="0">
                          <a:solidFill>
                            <a:srgbClr val="293A65"/>
                          </a:solidFill>
                          <a:latin typeface="+mn-lt"/>
                          <a:ea typeface="+mn-ea"/>
                          <a:cs typeface="+mn-cs"/>
                        </a:rPr>
                        <a:t>[RECOMMENDATION] </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143384480"/>
                  </a:ext>
                </a:extLst>
              </a:tr>
            </a:tbl>
          </a:graphicData>
        </a:graphic>
      </p:graphicFrame>
      <p:sp>
        <p:nvSpPr>
          <p:cNvPr id="30" name="Text Placeholder 11">
            <a:extLst>
              <a:ext uri="{FF2B5EF4-FFF2-40B4-BE49-F238E27FC236}">
                <a16:creationId xmlns:a16="http://schemas.microsoft.com/office/drawing/2014/main" id="{41F2FB8B-766C-342A-0BC8-57498FA3130F}"/>
              </a:ext>
            </a:extLst>
          </p:cNvPr>
          <p:cNvSpPr>
            <a:spLocks noGrp="1"/>
          </p:cNvSpPr>
          <p:nvPr>
            <p:ph type="body" sz="quarter" idx="31"/>
          </p:nvPr>
        </p:nvSpPr>
        <p:spPr>
          <a:xfrm>
            <a:off x="8134930" y="6477676"/>
            <a:ext cx="2016724" cy="374903"/>
          </a:xfrm>
          <a:gradFill>
            <a:gsLst>
              <a:gs pos="100000">
                <a:srgbClr val="0800B9"/>
              </a:gs>
              <a:gs pos="0">
                <a:srgbClr val="009EE3"/>
              </a:gs>
            </a:gsLst>
            <a:lin ang="10800000" scaled="1"/>
          </a:gradFill>
          <a:ln w="3175">
            <a:solidFill>
              <a:schemeClr val="bg1"/>
            </a:solidFill>
          </a:ln>
        </p:spPr>
        <p:txBody>
          <a:bodyPr/>
          <a:lstStyle/>
          <a:p>
            <a:pPr algn="ctr"/>
            <a:r>
              <a:rPr lang="en-US"/>
              <a:t>Findings and recommendations</a:t>
            </a:r>
          </a:p>
        </p:txBody>
      </p:sp>
      <p:sp>
        <p:nvSpPr>
          <p:cNvPr id="6" name="Text Placeholder 8">
            <a:hlinkClick r:id="rId2" action="ppaction://hlinksldjump"/>
            <a:extLst>
              <a:ext uri="{FF2B5EF4-FFF2-40B4-BE49-F238E27FC236}">
                <a16:creationId xmlns:a16="http://schemas.microsoft.com/office/drawing/2014/main" id="{C1B9232A-AAC9-B683-E462-7B6763ADED82}"/>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9" name="Text Placeholder 9">
            <a:hlinkClick r:id="rId3" action="ppaction://hlinksldjump"/>
            <a:extLst>
              <a:ext uri="{FF2B5EF4-FFF2-40B4-BE49-F238E27FC236}">
                <a16:creationId xmlns:a16="http://schemas.microsoft.com/office/drawing/2014/main" id="{1A615B41-8710-F40D-F936-14FBE8B16C05}"/>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4" action="ppaction://hlinksldjump"/>
            <a:extLst>
              <a:ext uri="{FF2B5EF4-FFF2-40B4-BE49-F238E27FC236}">
                <a16:creationId xmlns:a16="http://schemas.microsoft.com/office/drawing/2014/main" id="{90E0EDB9-CEA5-480F-2130-D8BCDD4C3531}"/>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18" name="Text Placeholder 12">
            <a:hlinkClick r:id="rId5" action="ppaction://hlinksldjump"/>
            <a:extLst>
              <a:ext uri="{FF2B5EF4-FFF2-40B4-BE49-F238E27FC236}">
                <a16:creationId xmlns:a16="http://schemas.microsoft.com/office/drawing/2014/main" id="{86A46FEF-1EF9-CA04-982D-ADC47196BB85}"/>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1" name="Text Placeholder 2">
            <a:hlinkClick r:id="rId6" action="ppaction://hlinksldjump"/>
            <a:extLst>
              <a:ext uri="{FF2B5EF4-FFF2-40B4-BE49-F238E27FC236}">
                <a16:creationId xmlns:a16="http://schemas.microsoft.com/office/drawing/2014/main" id="{7E7DBDD5-392E-1C0D-A5FE-A6E0C1B14F68}"/>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1079316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82B9E-0815-4D71-9178-B6BC327277BB}"/>
              </a:ext>
            </a:extLst>
          </p:cNvPr>
          <p:cNvSpPr>
            <a:spLocks noGrp="1"/>
          </p:cNvSpPr>
          <p:nvPr>
            <p:ph type="title"/>
          </p:nvPr>
        </p:nvSpPr>
        <p:spPr>
          <a:xfrm>
            <a:off x="838201" y="365130"/>
            <a:ext cx="8591549" cy="617530"/>
          </a:xfrm>
        </p:spPr>
        <p:txBody>
          <a:bodyPr>
            <a:normAutofit fontScale="90000"/>
          </a:bodyPr>
          <a:lstStyle/>
          <a:p>
            <a:r>
              <a:rPr lang="en-US">
                <a:latin typeface="+mn-lt"/>
              </a:rPr>
              <a:t>Management Response</a:t>
            </a:r>
          </a:p>
        </p:txBody>
      </p:sp>
      <p:sp>
        <p:nvSpPr>
          <p:cNvPr id="3" name="Slide Number Placeholder 2">
            <a:extLst>
              <a:ext uri="{FF2B5EF4-FFF2-40B4-BE49-F238E27FC236}">
                <a16:creationId xmlns:a16="http://schemas.microsoft.com/office/drawing/2014/main" id="{62EC594E-C08D-4081-9C50-0A524A0435B2}"/>
              </a:ext>
            </a:extLst>
          </p:cNvPr>
          <p:cNvSpPr>
            <a:spLocks noGrp="1"/>
          </p:cNvSpPr>
          <p:nvPr>
            <p:ph type="sldNum" sz="quarter" idx="12"/>
          </p:nvPr>
        </p:nvSpPr>
        <p:spPr/>
        <p:txBody>
          <a:bodyPr/>
          <a:lstStyle/>
          <a:p>
            <a:fld id="{9C5C683D-CEB1-4F30-9DF4-65B979347242}" type="slidenum">
              <a:rPr lang="en-US" smtClean="0"/>
              <a:pPr/>
              <a:t>9</a:t>
            </a:fld>
            <a:endParaRPr lang="en-US"/>
          </a:p>
        </p:txBody>
      </p:sp>
      <p:sp>
        <p:nvSpPr>
          <p:cNvPr id="22" name="Text Placeholder 11">
            <a:extLst>
              <a:ext uri="{FF2B5EF4-FFF2-40B4-BE49-F238E27FC236}">
                <a16:creationId xmlns:a16="http://schemas.microsoft.com/office/drawing/2014/main" id="{9C992B29-D6E0-39C7-1448-968C89BF71D2}"/>
              </a:ext>
            </a:extLst>
          </p:cNvPr>
          <p:cNvSpPr>
            <a:spLocks noGrp="1"/>
          </p:cNvSpPr>
          <p:nvPr>
            <p:ph type="body" sz="quarter" idx="31"/>
          </p:nvPr>
        </p:nvSpPr>
        <p:spPr>
          <a:xfrm>
            <a:off x="8134930" y="6477676"/>
            <a:ext cx="2016724" cy="374903"/>
          </a:xfr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p>
            <a:pPr algn="ctr"/>
            <a:r>
              <a:rPr lang="en-US"/>
              <a:t>Findings and recommendations</a:t>
            </a:r>
          </a:p>
        </p:txBody>
      </p:sp>
      <p:graphicFrame>
        <p:nvGraphicFramePr>
          <p:cNvPr id="5" name="Tijdelijke aanduiding voor tabel 41">
            <a:extLst>
              <a:ext uri="{FF2B5EF4-FFF2-40B4-BE49-F238E27FC236}">
                <a16:creationId xmlns:a16="http://schemas.microsoft.com/office/drawing/2014/main" id="{4D13B73D-7E43-B828-AA35-A42BE728079D}"/>
              </a:ext>
            </a:extLst>
          </p:cNvPr>
          <p:cNvGraphicFramePr>
            <a:graphicFrameLocks/>
          </p:cNvGraphicFramePr>
          <p:nvPr>
            <p:extLst>
              <p:ext uri="{D42A27DB-BD31-4B8C-83A1-F6EECF244321}">
                <p14:modId xmlns:p14="http://schemas.microsoft.com/office/powerpoint/2010/main" val="2683529403"/>
              </p:ext>
            </p:extLst>
          </p:nvPr>
        </p:nvGraphicFramePr>
        <p:xfrm>
          <a:off x="735386" y="1263369"/>
          <a:ext cx="11134865" cy="1759200"/>
        </p:xfrm>
        <a:graphic>
          <a:graphicData uri="http://schemas.openxmlformats.org/drawingml/2006/table">
            <a:tbl>
              <a:tblPr firstRow="1" bandRow="1">
                <a:tableStyleId>{2D5ABB26-0587-4C30-8999-92F81FD0307C}</a:tableStyleId>
              </a:tblPr>
              <a:tblGrid>
                <a:gridCol w="1521446">
                  <a:extLst>
                    <a:ext uri="{9D8B030D-6E8A-4147-A177-3AD203B41FA5}">
                      <a16:colId xmlns:a16="http://schemas.microsoft.com/office/drawing/2014/main" val="253662939"/>
                    </a:ext>
                  </a:extLst>
                </a:gridCol>
                <a:gridCol w="7854834">
                  <a:extLst>
                    <a:ext uri="{9D8B030D-6E8A-4147-A177-3AD203B41FA5}">
                      <a16:colId xmlns:a16="http://schemas.microsoft.com/office/drawing/2014/main" val="1416817821"/>
                    </a:ext>
                  </a:extLst>
                </a:gridCol>
                <a:gridCol w="1758585">
                  <a:extLst>
                    <a:ext uri="{9D8B030D-6E8A-4147-A177-3AD203B41FA5}">
                      <a16:colId xmlns:a16="http://schemas.microsoft.com/office/drawing/2014/main" val="829511030"/>
                    </a:ext>
                  </a:extLst>
                </a:gridCol>
              </a:tblGrid>
              <a:tr h="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kern="1200">
                          <a:solidFill>
                            <a:schemeClr val="bg1"/>
                          </a:solidFill>
                          <a:latin typeface="+mn-lt"/>
                          <a:ea typeface="+mn-ea"/>
                          <a:cs typeface="+mn-cs"/>
                        </a:rPr>
                        <a:t>0xxx – [FINDING TITLE]</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0xxx – [FINDING TITLE] [RISK level]</a:t>
                      </a:r>
                      <a:endParaRPr lang="en-US" sz="1000" b="0" kern="1200">
                        <a:solidFill>
                          <a:srgbClr val="293A65"/>
                        </a:solidFill>
                        <a:latin typeface="+mn-lt"/>
                        <a:ea typeface="+mn-ea"/>
                        <a:cs typeface="+mn-cs"/>
                      </a:endParaRPr>
                    </a:p>
                    <a:p>
                      <a:pPr algn="l">
                        <a:lnSpc>
                          <a:spcPct val="100000"/>
                        </a:lnSpc>
                      </a:pP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nl-NL" sz="1000" b="0" kern="1200">
                        <a:solidFill>
                          <a:srgbClr val="293A65"/>
                        </a:solidFill>
                        <a:latin typeface="+mn-lt"/>
                        <a:ea typeface="+mn-ea"/>
                        <a:cs typeface="+mn-cs"/>
                      </a:endParaRPr>
                    </a:p>
                  </a:txBody>
                  <a:tcPr marL="90000" marR="90000" marT="90000" marB="90000" anchor="ctr">
                    <a:lnL w="6350" cap="flat" cmpd="sng" algn="ctr">
                      <a:solidFill>
                        <a:schemeClr val="accent6">
                          <a:lumMod val="20000"/>
                          <a:lumOff val="80000"/>
                        </a:schemeClr>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rgbClr val="6ED749"/>
                    </a:solidFill>
                  </a:tcPr>
                </a:tc>
                <a:extLst>
                  <a:ext uri="{0D108BD9-81ED-4DB2-BD59-A6C34878D82A}">
                    <a16:rowId xmlns:a16="http://schemas.microsoft.com/office/drawing/2014/main" val="1815251660"/>
                  </a:ext>
                </a:extLst>
              </a:tr>
              <a:tr h="599751">
                <a:tc rowSpan="2">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nl-NL" sz="1000" b="1" kern="1200">
                          <a:solidFill>
                            <a:schemeClr val="bg1"/>
                          </a:solidFill>
                          <a:latin typeface="+mn-lt"/>
                          <a:ea typeface="+mn-ea"/>
                          <a:cs typeface="+mn-cs"/>
                        </a:rPr>
                        <a:t>Action plan</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rowSpan="2">
                  <a:txBody>
                    <a:bodyPr/>
                    <a:lstStyle/>
                    <a:p>
                      <a:r>
                        <a:rPr lang="nl-NL" sz="1000" b="0" kern="1200" dirty="0">
                          <a:solidFill>
                            <a:srgbClr val="293A65"/>
                          </a:solidFill>
                          <a:latin typeface="+mn-lt"/>
                          <a:ea typeface="+mn-ea"/>
                          <a:cs typeface="+mn-cs"/>
                        </a:rPr>
                        <a:t>[ACTION PLAN TO BE INSERTED]</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err="1">
                          <a:solidFill>
                            <a:srgbClr val="293A65"/>
                          </a:solidFill>
                          <a:latin typeface="+mn-lt"/>
                          <a:ea typeface="+mn-ea"/>
                          <a:cs typeface="+mn-cs"/>
                        </a:rPr>
                        <a:t>Due</a:t>
                      </a:r>
                      <a:r>
                        <a:rPr lang="nl-NL" sz="1000" b="0" kern="1200">
                          <a:solidFill>
                            <a:srgbClr val="293A65"/>
                          </a:solidFill>
                          <a:latin typeface="+mn-lt"/>
                          <a:ea typeface="+mn-ea"/>
                          <a:cs typeface="+mn-cs"/>
                        </a:rPr>
                        <a:t> date:</a:t>
                      </a:r>
                    </a:p>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[DUE DATE TO BE INSERTED]</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4160285"/>
                  </a:ext>
                </a:extLst>
              </a:tr>
              <a:tr h="599751">
                <a:tc vMerge="1">
                  <a:txBody>
                    <a:bodyPr/>
                    <a:lstStyle/>
                    <a:p>
                      <a:endParaRPr lang="en-US"/>
                    </a:p>
                  </a:txBody>
                  <a:tcPr/>
                </a:tc>
                <a:tc vMerge="1">
                  <a:txBody>
                    <a:bodyPr/>
                    <a:lstStyle/>
                    <a:p>
                      <a:endParaRPr lang="en-US"/>
                    </a:p>
                  </a:txBody>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dirty="0" err="1">
                          <a:solidFill>
                            <a:srgbClr val="293A65"/>
                          </a:solidFill>
                          <a:latin typeface="+mn-lt"/>
                          <a:ea typeface="+mn-ea"/>
                          <a:cs typeface="+mn-cs"/>
                        </a:rPr>
                        <a:t>Owner</a:t>
                      </a:r>
                      <a:r>
                        <a:rPr lang="nl-NL" sz="1000" b="0" kern="1200" dirty="0">
                          <a:solidFill>
                            <a:srgbClr val="293A65"/>
                          </a:solidFill>
                          <a:latin typeface="+mn-lt"/>
                          <a:ea typeface="+mn-ea"/>
                          <a:cs typeface="+mn-cs"/>
                        </a:rPr>
                        <a:t>:</a:t>
                      </a:r>
                    </a:p>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dirty="0">
                          <a:solidFill>
                            <a:srgbClr val="293A65"/>
                          </a:solidFill>
                          <a:latin typeface="+mn-lt"/>
                          <a:ea typeface="+mn-ea"/>
                          <a:cs typeface="+mn-cs"/>
                        </a:rPr>
                        <a:t>[OWNER TO BE INSERTED]</a:t>
                      </a:r>
                    </a:p>
                    <a:p>
                      <a:pPr algn="ctr"/>
                      <a:endParaRPr lang="nl-NL"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37993324"/>
                  </a:ext>
                </a:extLst>
              </a:tr>
            </a:tbl>
          </a:graphicData>
        </a:graphic>
      </p:graphicFrame>
      <p:sp>
        <p:nvSpPr>
          <p:cNvPr id="7" name="Text Placeholder 8">
            <a:hlinkClick r:id="rId2" action="ppaction://hlinksldjump"/>
            <a:extLst>
              <a:ext uri="{FF2B5EF4-FFF2-40B4-BE49-F238E27FC236}">
                <a16:creationId xmlns:a16="http://schemas.microsoft.com/office/drawing/2014/main" id="{38FE8D57-CEC0-A5FE-8BD8-35AC07A3586B}"/>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10" name="Text Placeholder 9">
            <a:hlinkClick r:id="rId3" action="ppaction://hlinksldjump"/>
            <a:extLst>
              <a:ext uri="{FF2B5EF4-FFF2-40B4-BE49-F238E27FC236}">
                <a16:creationId xmlns:a16="http://schemas.microsoft.com/office/drawing/2014/main" id="{0251C6CD-440F-1365-04B8-D9C1C49845D8}"/>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4" action="ppaction://hlinksldjump"/>
            <a:extLst>
              <a:ext uri="{FF2B5EF4-FFF2-40B4-BE49-F238E27FC236}">
                <a16:creationId xmlns:a16="http://schemas.microsoft.com/office/drawing/2014/main" id="{DF432E7F-9342-FF53-A310-E15ECE1DE645}"/>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16" name="Text Placeholder 12">
            <a:hlinkClick r:id="rId5" action="ppaction://hlinksldjump"/>
            <a:extLst>
              <a:ext uri="{FF2B5EF4-FFF2-40B4-BE49-F238E27FC236}">
                <a16:creationId xmlns:a16="http://schemas.microsoft.com/office/drawing/2014/main" id="{3488D551-D5AD-B113-25B6-3EDB36EB7947}"/>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5" name="Text Placeholder 2">
            <a:hlinkClick r:id="rId6" action="ppaction://hlinksldjump"/>
            <a:extLst>
              <a:ext uri="{FF2B5EF4-FFF2-40B4-BE49-F238E27FC236}">
                <a16:creationId xmlns:a16="http://schemas.microsoft.com/office/drawing/2014/main" id="{D7C8B70F-7856-8BA2-8BFE-66736C44D0F8}"/>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2692333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F20CF-5DD3-A5C0-0181-CF43C8D6D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A7B03-5D22-D8F4-50B6-B2DA55AF402B}"/>
              </a:ext>
            </a:extLst>
          </p:cNvPr>
          <p:cNvSpPr>
            <a:spLocks noGrp="1"/>
          </p:cNvSpPr>
          <p:nvPr>
            <p:ph type="title"/>
          </p:nvPr>
        </p:nvSpPr>
        <p:spPr>
          <a:xfrm>
            <a:off x="838201" y="365130"/>
            <a:ext cx="8591549" cy="617530"/>
          </a:xfrm>
        </p:spPr>
        <p:txBody>
          <a:bodyPr>
            <a:normAutofit fontScale="90000"/>
          </a:bodyPr>
          <a:lstStyle/>
          <a:p>
            <a:r>
              <a:rPr lang="en-US">
                <a:latin typeface="+mn-lt"/>
              </a:rPr>
              <a:t>Findings and recommendations</a:t>
            </a:r>
          </a:p>
        </p:txBody>
      </p:sp>
      <p:sp>
        <p:nvSpPr>
          <p:cNvPr id="3" name="Slide Number Placeholder 2">
            <a:extLst>
              <a:ext uri="{FF2B5EF4-FFF2-40B4-BE49-F238E27FC236}">
                <a16:creationId xmlns:a16="http://schemas.microsoft.com/office/drawing/2014/main" id="{85D0DA7A-1678-B181-E00F-2FAB927255F2}"/>
              </a:ext>
            </a:extLst>
          </p:cNvPr>
          <p:cNvSpPr>
            <a:spLocks noGrp="1"/>
          </p:cNvSpPr>
          <p:nvPr>
            <p:ph type="sldNum" sz="quarter" idx="12"/>
          </p:nvPr>
        </p:nvSpPr>
        <p:spPr/>
        <p:txBody>
          <a:bodyPr/>
          <a:lstStyle/>
          <a:p>
            <a:fld id="{9C5C683D-CEB1-4F30-9DF4-65B979347242}" type="slidenum">
              <a:rPr lang="en-US" smtClean="0">
                <a:latin typeface="+mn-lt"/>
              </a:rPr>
              <a:pPr/>
              <a:t>10</a:t>
            </a:fld>
            <a:endParaRPr lang="en-US">
              <a:latin typeface="+mn-lt"/>
            </a:endParaRPr>
          </a:p>
        </p:txBody>
      </p:sp>
      <p:graphicFrame>
        <p:nvGraphicFramePr>
          <p:cNvPr id="14" name="Tijdelijke aanduiding voor tabel 41">
            <a:extLst>
              <a:ext uri="{FF2B5EF4-FFF2-40B4-BE49-F238E27FC236}">
                <a16:creationId xmlns:a16="http://schemas.microsoft.com/office/drawing/2014/main" id="{5645F342-F602-E280-F4D3-86DCA25DD3ED}"/>
              </a:ext>
            </a:extLst>
          </p:cNvPr>
          <p:cNvGraphicFramePr>
            <a:graphicFrameLocks/>
          </p:cNvGraphicFramePr>
          <p:nvPr/>
        </p:nvGraphicFramePr>
        <p:xfrm>
          <a:off x="735386" y="1263369"/>
          <a:ext cx="11134865" cy="4933597"/>
        </p:xfrm>
        <a:graphic>
          <a:graphicData uri="http://schemas.openxmlformats.org/drawingml/2006/table">
            <a:tbl>
              <a:tblPr firstRow="1" bandRow="1">
                <a:tableStyleId>{2D5ABB26-0587-4C30-8999-92F81FD0307C}</a:tableStyleId>
              </a:tblPr>
              <a:tblGrid>
                <a:gridCol w="1521446">
                  <a:extLst>
                    <a:ext uri="{9D8B030D-6E8A-4147-A177-3AD203B41FA5}">
                      <a16:colId xmlns:a16="http://schemas.microsoft.com/office/drawing/2014/main" val="253662939"/>
                    </a:ext>
                  </a:extLst>
                </a:gridCol>
                <a:gridCol w="8523922">
                  <a:extLst>
                    <a:ext uri="{9D8B030D-6E8A-4147-A177-3AD203B41FA5}">
                      <a16:colId xmlns:a16="http://schemas.microsoft.com/office/drawing/2014/main" val="1416817821"/>
                    </a:ext>
                  </a:extLst>
                </a:gridCol>
                <a:gridCol w="1089497">
                  <a:extLst>
                    <a:ext uri="{9D8B030D-6E8A-4147-A177-3AD203B41FA5}">
                      <a16:colId xmlns:a16="http://schemas.microsoft.com/office/drawing/2014/main" val="829511030"/>
                    </a:ext>
                  </a:extLst>
                </a:gridCol>
              </a:tblGrid>
              <a:tr h="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kern="1200" dirty="0">
                          <a:solidFill>
                            <a:schemeClr val="bg1"/>
                          </a:solidFill>
                          <a:latin typeface="+mn-lt"/>
                          <a:ea typeface="+mn-ea"/>
                          <a:cs typeface="+mn-cs"/>
                        </a:rPr>
                        <a:t>0xxx – [FINDING TITLE]</a:t>
                      </a:r>
                      <a:endParaRPr lang="en-US" sz="1000" b="1" kern="1200" dirty="0">
                        <a:solidFill>
                          <a:schemeClr val="bg1"/>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0xxx – [FINDING TITLE] [RISK level]</a:t>
                      </a:r>
                      <a:endParaRPr lang="en-US" sz="1000" b="0" kern="1200">
                        <a:solidFill>
                          <a:srgbClr val="293A65"/>
                        </a:solidFill>
                        <a:latin typeface="+mn-lt"/>
                        <a:ea typeface="+mn-ea"/>
                        <a:cs typeface="+mn-cs"/>
                      </a:endParaRPr>
                    </a:p>
                    <a:p>
                      <a:pPr algn="l">
                        <a:lnSpc>
                          <a:spcPct val="100000"/>
                        </a:lnSpc>
                      </a:pP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Risk: xxx</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815251660"/>
                  </a:ext>
                </a:extLst>
              </a:tr>
              <a:tr h="1199501">
                <a:tc>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nl-NL" sz="1000" b="1" kern="1200" err="1">
                          <a:solidFill>
                            <a:schemeClr val="bg1"/>
                          </a:solidFill>
                          <a:latin typeface="+mn-lt"/>
                          <a:ea typeface="+mn-ea"/>
                          <a:cs typeface="+mn-cs"/>
                        </a:rPr>
                        <a:t>Finding</a:t>
                      </a:r>
                      <a:endParaRPr lang="nl-NL" sz="1000" b="1" kern="1200">
                        <a:solidFill>
                          <a:schemeClr val="bg1"/>
                        </a:solidFill>
                        <a:latin typeface="+mn-lt"/>
                        <a:ea typeface="+mn-ea"/>
                        <a:cs typeface="+mn-cs"/>
                      </a:endParaRP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a:txBody>
                    <a:bodyPr/>
                    <a:lstStyle/>
                    <a:p>
                      <a:pPr algn="l">
                        <a:lnSpc>
                          <a:spcPct val="100000"/>
                        </a:lnSpc>
                      </a:pPr>
                      <a:r>
                        <a:rPr lang="nl-NL" sz="1000" b="0" kern="1200">
                          <a:solidFill>
                            <a:srgbClr val="293A65"/>
                          </a:solidFill>
                          <a:latin typeface="+mn-lt"/>
                          <a:ea typeface="+mn-ea"/>
                          <a:cs typeface="+mn-cs"/>
                        </a:rPr>
                        <a:t>[FINDING DESCRIPTION + SHORT CONTEXT]</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nl-NL" sz="1000" b="0" kern="1200" err="1">
                          <a:solidFill>
                            <a:srgbClr val="293A65"/>
                          </a:solidFill>
                          <a:latin typeface="+mn-lt"/>
                          <a:ea typeface="+mn-ea"/>
                          <a:cs typeface="+mn-cs"/>
                        </a:rPr>
                        <a:t>AOxx</a:t>
                      </a:r>
                      <a:endParaRPr lang="nl-NL"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4160285"/>
                  </a:ext>
                </a:extLst>
              </a:tr>
              <a:tr h="850424">
                <a:tc>
                  <a:txBody>
                    <a:bodyPr/>
                    <a:lstStyle/>
                    <a:p>
                      <a:pPr algn="ctr">
                        <a:lnSpc>
                          <a:spcPct val="100000"/>
                        </a:lnSpc>
                      </a:pPr>
                      <a:r>
                        <a:rPr lang="nl-NL" sz="1000" b="1">
                          <a:solidFill>
                            <a:schemeClr val="bg1"/>
                          </a:solidFill>
                          <a:latin typeface="+mn-lt"/>
                        </a:rPr>
                        <a:t>Root </a:t>
                      </a:r>
                      <a:r>
                        <a:rPr lang="nl-NL" sz="1000" b="1" err="1">
                          <a:solidFill>
                            <a:schemeClr val="bg1"/>
                          </a:solidFill>
                          <a:latin typeface="+mn-lt"/>
                        </a:rPr>
                        <a:t>Cause</a:t>
                      </a:r>
                      <a:r>
                        <a:rPr lang="nl-NL" sz="1000" b="1">
                          <a:solidFill>
                            <a:schemeClr val="bg1"/>
                          </a:solidFill>
                          <a:latin typeface="+mn-lt"/>
                        </a:rPr>
                        <a:t>(s)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defTabSz="914400" rtl="0" eaLnBrk="1" latinLnBrk="0" hangingPunct="1">
                        <a:lnSpc>
                          <a:spcPct val="100000"/>
                        </a:lnSpc>
                        <a:buFont typeface="Arial" panose="020B0604020202020204" pitchFamily="34" charset="0"/>
                        <a:buChar char="•"/>
                      </a:pPr>
                      <a:r>
                        <a:rPr lang="nl-NL" sz="1000" b="0" kern="1200">
                          <a:solidFill>
                            <a:srgbClr val="293A65"/>
                          </a:solidFill>
                          <a:latin typeface="+mn-lt"/>
                          <a:ea typeface="+mn-ea"/>
                          <a:cs typeface="+mn-cs"/>
                        </a:rPr>
                        <a:t>[ROOT CAUSE(S)]</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2775058923"/>
                  </a:ext>
                </a:extLst>
              </a:tr>
              <a:tr h="850424">
                <a:tc>
                  <a:txBody>
                    <a:bodyPr/>
                    <a:lstStyle/>
                    <a:p>
                      <a:pPr algn="ctr">
                        <a:lnSpc>
                          <a:spcPct val="100000"/>
                        </a:lnSpc>
                      </a:pPr>
                      <a:r>
                        <a:rPr lang="nl-NL" sz="1000" b="1">
                          <a:solidFill>
                            <a:schemeClr val="bg1"/>
                          </a:solidFill>
                          <a:latin typeface="+mn-lt"/>
                        </a:rPr>
                        <a:t>Risk(s)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defTabSz="914400" rtl="0" eaLnBrk="1" latinLnBrk="0" hangingPunct="1">
                        <a:lnSpc>
                          <a:spcPct val="100000"/>
                        </a:lnSpc>
                        <a:buFont typeface="Arial" panose="020B0604020202020204" pitchFamily="34" charset="0"/>
                        <a:buChar char="•"/>
                      </a:pPr>
                      <a:r>
                        <a:rPr lang="nl-NL" sz="1000" b="0" kern="1200">
                          <a:solidFill>
                            <a:srgbClr val="293A65"/>
                          </a:solidFill>
                          <a:latin typeface="+mn-lt"/>
                          <a:ea typeface="+mn-ea"/>
                          <a:cs typeface="+mn-cs"/>
                        </a:rPr>
                        <a:t>[RISK(S)]</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32469217"/>
                  </a:ext>
                </a:extLst>
              </a:tr>
              <a:tr h="850424">
                <a:tc>
                  <a:txBody>
                    <a:bodyPr/>
                    <a:lstStyle/>
                    <a:p>
                      <a:pPr algn="ctr">
                        <a:lnSpc>
                          <a:spcPct val="100000"/>
                        </a:lnSpc>
                      </a:pPr>
                      <a:r>
                        <a:rPr lang="nl-NL" sz="1000" b="1" err="1">
                          <a:solidFill>
                            <a:schemeClr val="bg1"/>
                          </a:solidFill>
                          <a:latin typeface="+mn-lt"/>
                        </a:rPr>
                        <a:t>Stake</a:t>
                      </a:r>
                      <a:r>
                        <a:rPr lang="nl-NL" sz="1000" b="1">
                          <a:solidFill>
                            <a:schemeClr val="bg1"/>
                          </a:solidFill>
                          <a:latin typeface="+mn-lt"/>
                        </a:rPr>
                        <a:t>(s)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rtl="0" eaLnBrk="1" latinLnBrk="0" hangingPunct="1">
                        <a:lnSpc>
                          <a:spcPct val="100000"/>
                        </a:lnSpc>
                        <a:buFont typeface="Arial" panose="020B0604020202020204" pitchFamily="34" charset="0"/>
                        <a:buChar char="•"/>
                      </a:pPr>
                      <a:r>
                        <a:rPr lang="nl-NL" sz="1000" b="0" kern="1200" dirty="0">
                          <a:solidFill>
                            <a:srgbClr val="293A65"/>
                          </a:solidFill>
                          <a:latin typeface="+mn-lt"/>
                          <a:ea typeface="+mn-ea"/>
                          <a:cs typeface="+mn-cs"/>
                        </a:rPr>
                        <a:t>[STAKE(S)]</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989520136"/>
                  </a:ext>
                </a:extLst>
              </a:tr>
              <a:tr h="850424">
                <a:tc>
                  <a:txBody>
                    <a:bodyPr/>
                    <a:lstStyle/>
                    <a:p>
                      <a:pPr algn="ctr">
                        <a:lnSpc>
                          <a:spcPct val="100000"/>
                        </a:lnSpc>
                      </a:pPr>
                      <a:r>
                        <a:rPr lang="nl-NL" sz="1000" b="1" err="1">
                          <a:solidFill>
                            <a:schemeClr val="bg1"/>
                          </a:solidFill>
                          <a:latin typeface="+mn-lt"/>
                        </a:rPr>
                        <a:t>Recommendation</a:t>
                      </a:r>
                      <a:endParaRPr lang="nl-NL" sz="1000" b="1">
                        <a:solidFill>
                          <a:schemeClr val="bg1"/>
                        </a:solidFill>
                        <a:latin typeface="+mn-lt"/>
                      </a:endParaRP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6">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0" indent="0" algn="l" defTabSz="914400" rtl="0" eaLnBrk="1" latinLnBrk="0" hangingPunct="1">
                        <a:lnSpc>
                          <a:spcPct val="100000"/>
                        </a:lnSpc>
                        <a:buFont typeface="Wingdings" panose="05000000000000000000" pitchFamily="2" charset="2"/>
                        <a:buNone/>
                      </a:pPr>
                      <a:r>
                        <a:rPr lang="nl-NL" sz="1000" b="0" kern="1200" dirty="0">
                          <a:solidFill>
                            <a:srgbClr val="293A65"/>
                          </a:solidFill>
                          <a:latin typeface="+mn-lt"/>
                          <a:ea typeface="+mn-ea"/>
                          <a:cs typeface="+mn-cs"/>
                        </a:rPr>
                        <a:t>[RECOMMENDATION] </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143384480"/>
                  </a:ext>
                </a:extLst>
              </a:tr>
            </a:tbl>
          </a:graphicData>
        </a:graphic>
      </p:graphicFrame>
      <p:sp>
        <p:nvSpPr>
          <p:cNvPr id="30" name="Text Placeholder 11">
            <a:extLst>
              <a:ext uri="{FF2B5EF4-FFF2-40B4-BE49-F238E27FC236}">
                <a16:creationId xmlns:a16="http://schemas.microsoft.com/office/drawing/2014/main" id="{BC226AC2-553C-3421-58A3-D1B579E1A1C5}"/>
              </a:ext>
            </a:extLst>
          </p:cNvPr>
          <p:cNvSpPr>
            <a:spLocks noGrp="1"/>
          </p:cNvSpPr>
          <p:nvPr>
            <p:ph type="body" sz="quarter" idx="31"/>
          </p:nvPr>
        </p:nvSpPr>
        <p:spPr>
          <a:xfrm>
            <a:off x="8134930" y="6477676"/>
            <a:ext cx="2016724" cy="374903"/>
          </a:xfrm>
          <a:gradFill>
            <a:gsLst>
              <a:gs pos="100000">
                <a:srgbClr val="0800B9"/>
              </a:gs>
              <a:gs pos="0">
                <a:srgbClr val="009EE3"/>
              </a:gs>
            </a:gsLst>
            <a:lin ang="10800000" scaled="1"/>
          </a:gradFill>
          <a:ln w="3175">
            <a:solidFill>
              <a:schemeClr val="bg1"/>
            </a:solidFill>
          </a:ln>
        </p:spPr>
        <p:txBody>
          <a:bodyPr/>
          <a:lstStyle/>
          <a:p>
            <a:pPr algn="ctr"/>
            <a:r>
              <a:rPr lang="en-US"/>
              <a:t>Findings and recommendations</a:t>
            </a:r>
          </a:p>
        </p:txBody>
      </p:sp>
      <p:sp>
        <p:nvSpPr>
          <p:cNvPr id="6" name="Text Placeholder 8">
            <a:hlinkClick r:id="rId2" action="ppaction://hlinksldjump"/>
            <a:extLst>
              <a:ext uri="{FF2B5EF4-FFF2-40B4-BE49-F238E27FC236}">
                <a16:creationId xmlns:a16="http://schemas.microsoft.com/office/drawing/2014/main" id="{EC41CB49-0244-DB15-DE23-626E31F4D405}"/>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9" name="Text Placeholder 9">
            <a:hlinkClick r:id="rId3" action="ppaction://hlinksldjump"/>
            <a:extLst>
              <a:ext uri="{FF2B5EF4-FFF2-40B4-BE49-F238E27FC236}">
                <a16:creationId xmlns:a16="http://schemas.microsoft.com/office/drawing/2014/main" id="{3FA46C25-FE89-BFE7-200D-11CF944FC4F0}"/>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4" action="ppaction://hlinksldjump"/>
            <a:extLst>
              <a:ext uri="{FF2B5EF4-FFF2-40B4-BE49-F238E27FC236}">
                <a16:creationId xmlns:a16="http://schemas.microsoft.com/office/drawing/2014/main" id="{15814418-0EE9-3727-1421-CABDAC6CA319}"/>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18" name="Text Placeholder 12">
            <a:hlinkClick r:id="rId5" action="ppaction://hlinksldjump"/>
            <a:extLst>
              <a:ext uri="{FF2B5EF4-FFF2-40B4-BE49-F238E27FC236}">
                <a16:creationId xmlns:a16="http://schemas.microsoft.com/office/drawing/2014/main" id="{A5DB3610-D27F-3F05-53CA-1AB16667B036}"/>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1" name="Text Placeholder 2">
            <a:hlinkClick r:id="rId6" action="ppaction://hlinksldjump"/>
            <a:extLst>
              <a:ext uri="{FF2B5EF4-FFF2-40B4-BE49-F238E27FC236}">
                <a16:creationId xmlns:a16="http://schemas.microsoft.com/office/drawing/2014/main" id="{2E250421-A487-83FC-4FE1-2ADC74558A87}"/>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785625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88704-89FA-C2E5-822C-37D67A897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E3742-87DD-26DC-53D6-2509A07FC4C5}"/>
              </a:ext>
            </a:extLst>
          </p:cNvPr>
          <p:cNvSpPr>
            <a:spLocks noGrp="1"/>
          </p:cNvSpPr>
          <p:nvPr>
            <p:ph type="title"/>
          </p:nvPr>
        </p:nvSpPr>
        <p:spPr>
          <a:xfrm>
            <a:off x="838201" y="365130"/>
            <a:ext cx="8591549" cy="617530"/>
          </a:xfrm>
        </p:spPr>
        <p:txBody>
          <a:bodyPr>
            <a:normAutofit fontScale="90000"/>
          </a:bodyPr>
          <a:lstStyle/>
          <a:p>
            <a:r>
              <a:rPr lang="en-US">
                <a:latin typeface="+mn-lt"/>
              </a:rPr>
              <a:t>Management Response</a:t>
            </a:r>
          </a:p>
        </p:txBody>
      </p:sp>
      <p:sp>
        <p:nvSpPr>
          <p:cNvPr id="3" name="Slide Number Placeholder 2">
            <a:extLst>
              <a:ext uri="{FF2B5EF4-FFF2-40B4-BE49-F238E27FC236}">
                <a16:creationId xmlns:a16="http://schemas.microsoft.com/office/drawing/2014/main" id="{24D8630F-FDDA-E869-A7D9-17BCA28AD750}"/>
              </a:ext>
            </a:extLst>
          </p:cNvPr>
          <p:cNvSpPr>
            <a:spLocks noGrp="1"/>
          </p:cNvSpPr>
          <p:nvPr>
            <p:ph type="sldNum" sz="quarter" idx="12"/>
          </p:nvPr>
        </p:nvSpPr>
        <p:spPr/>
        <p:txBody>
          <a:bodyPr/>
          <a:lstStyle/>
          <a:p>
            <a:fld id="{9C5C683D-CEB1-4F30-9DF4-65B979347242}" type="slidenum">
              <a:rPr lang="en-US" smtClean="0"/>
              <a:pPr/>
              <a:t>11</a:t>
            </a:fld>
            <a:endParaRPr lang="en-US"/>
          </a:p>
        </p:txBody>
      </p:sp>
      <p:sp>
        <p:nvSpPr>
          <p:cNvPr id="22" name="Text Placeholder 11">
            <a:extLst>
              <a:ext uri="{FF2B5EF4-FFF2-40B4-BE49-F238E27FC236}">
                <a16:creationId xmlns:a16="http://schemas.microsoft.com/office/drawing/2014/main" id="{12E60496-4841-3C67-4304-56167B73326B}"/>
              </a:ext>
            </a:extLst>
          </p:cNvPr>
          <p:cNvSpPr>
            <a:spLocks noGrp="1"/>
          </p:cNvSpPr>
          <p:nvPr>
            <p:ph type="body" sz="quarter" idx="31"/>
          </p:nvPr>
        </p:nvSpPr>
        <p:spPr>
          <a:xfrm>
            <a:off x="8134930" y="6477676"/>
            <a:ext cx="2016724" cy="374903"/>
          </a:xfr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p>
            <a:pPr algn="ctr"/>
            <a:r>
              <a:rPr lang="en-US"/>
              <a:t>Findings and recommendations</a:t>
            </a:r>
          </a:p>
        </p:txBody>
      </p:sp>
      <p:graphicFrame>
        <p:nvGraphicFramePr>
          <p:cNvPr id="5" name="Tijdelijke aanduiding voor tabel 41">
            <a:extLst>
              <a:ext uri="{FF2B5EF4-FFF2-40B4-BE49-F238E27FC236}">
                <a16:creationId xmlns:a16="http://schemas.microsoft.com/office/drawing/2014/main" id="{701D17E7-C726-E80D-DC37-B8BDAD7D6C41}"/>
              </a:ext>
            </a:extLst>
          </p:cNvPr>
          <p:cNvGraphicFramePr>
            <a:graphicFrameLocks/>
          </p:cNvGraphicFramePr>
          <p:nvPr/>
        </p:nvGraphicFramePr>
        <p:xfrm>
          <a:off x="735386" y="1263369"/>
          <a:ext cx="11134865" cy="1759200"/>
        </p:xfrm>
        <a:graphic>
          <a:graphicData uri="http://schemas.openxmlformats.org/drawingml/2006/table">
            <a:tbl>
              <a:tblPr firstRow="1" bandRow="1">
                <a:tableStyleId>{2D5ABB26-0587-4C30-8999-92F81FD0307C}</a:tableStyleId>
              </a:tblPr>
              <a:tblGrid>
                <a:gridCol w="1521446">
                  <a:extLst>
                    <a:ext uri="{9D8B030D-6E8A-4147-A177-3AD203B41FA5}">
                      <a16:colId xmlns:a16="http://schemas.microsoft.com/office/drawing/2014/main" val="253662939"/>
                    </a:ext>
                  </a:extLst>
                </a:gridCol>
                <a:gridCol w="7854834">
                  <a:extLst>
                    <a:ext uri="{9D8B030D-6E8A-4147-A177-3AD203B41FA5}">
                      <a16:colId xmlns:a16="http://schemas.microsoft.com/office/drawing/2014/main" val="1416817821"/>
                    </a:ext>
                  </a:extLst>
                </a:gridCol>
                <a:gridCol w="1758585">
                  <a:extLst>
                    <a:ext uri="{9D8B030D-6E8A-4147-A177-3AD203B41FA5}">
                      <a16:colId xmlns:a16="http://schemas.microsoft.com/office/drawing/2014/main" val="829511030"/>
                    </a:ext>
                  </a:extLst>
                </a:gridCol>
              </a:tblGrid>
              <a:tr h="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kern="1200">
                          <a:solidFill>
                            <a:schemeClr val="bg1"/>
                          </a:solidFill>
                          <a:latin typeface="+mn-lt"/>
                          <a:ea typeface="+mn-ea"/>
                          <a:cs typeface="+mn-cs"/>
                        </a:rPr>
                        <a:t>0xxx – [FINDING TITLE]</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0xxx – [FINDING TITLE] [RISK level]</a:t>
                      </a:r>
                      <a:endParaRPr lang="en-US" sz="1000" b="0" kern="1200">
                        <a:solidFill>
                          <a:srgbClr val="293A65"/>
                        </a:solidFill>
                        <a:latin typeface="+mn-lt"/>
                        <a:ea typeface="+mn-ea"/>
                        <a:cs typeface="+mn-cs"/>
                      </a:endParaRPr>
                    </a:p>
                    <a:p>
                      <a:pPr algn="l">
                        <a:lnSpc>
                          <a:spcPct val="100000"/>
                        </a:lnSpc>
                      </a:pP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nl-NL" sz="1000" b="0" kern="1200">
                        <a:solidFill>
                          <a:srgbClr val="293A65"/>
                        </a:solidFill>
                        <a:latin typeface="+mn-lt"/>
                        <a:ea typeface="+mn-ea"/>
                        <a:cs typeface="+mn-cs"/>
                      </a:endParaRPr>
                    </a:p>
                  </a:txBody>
                  <a:tcPr marL="90000" marR="90000" marT="90000" marB="90000" anchor="ctr">
                    <a:lnL w="6350" cap="flat" cmpd="sng" algn="ctr">
                      <a:solidFill>
                        <a:schemeClr val="accent6">
                          <a:lumMod val="20000"/>
                          <a:lumOff val="80000"/>
                        </a:schemeClr>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rgbClr val="6ED749"/>
                    </a:solidFill>
                  </a:tcPr>
                </a:tc>
                <a:extLst>
                  <a:ext uri="{0D108BD9-81ED-4DB2-BD59-A6C34878D82A}">
                    <a16:rowId xmlns:a16="http://schemas.microsoft.com/office/drawing/2014/main" val="1815251660"/>
                  </a:ext>
                </a:extLst>
              </a:tr>
              <a:tr h="599751">
                <a:tc rowSpan="2">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nl-NL" sz="1000" b="1" kern="1200">
                          <a:solidFill>
                            <a:schemeClr val="bg1"/>
                          </a:solidFill>
                          <a:latin typeface="+mn-lt"/>
                          <a:ea typeface="+mn-ea"/>
                          <a:cs typeface="+mn-cs"/>
                        </a:rPr>
                        <a:t>Action plan</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rowSpan="2">
                  <a:txBody>
                    <a:bodyPr/>
                    <a:lstStyle/>
                    <a:p>
                      <a:r>
                        <a:rPr lang="nl-NL" sz="1000" b="0" kern="1200" dirty="0">
                          <a:solidFill>
                            <a:srgbClr val="293A65"/>
                          </a:solidFill>
                          <a:latin typeface="+mn-lt"/>
                          <a:ea typeface="+mn-ea"/>
                          <a:cs typeface="+mn-cs"/>
                        </a:rPr>
                        <a:t>[ACTION PLAN TO BE INSERTED]</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err="1">
                          <a:solidFill>
                            <a:srgbClr val="293A65"/>
                          </a:solidFill>
                          <a:latin typeface="+mn-lt"/>
                          <a:ea typeface="+mn-ea"/>
                          <a:cs typeface="+mn-cs"/>
                        </a:rPr>
                        <a:t>Due</a:t>
                      </a:r>
                      <a:r>
                        <a:rPr lang="nl-NL" sz="1000" b="0" kern="1200">
                          <a:solidFill>
                            <a:srgbClr val="293A65"/>
                          </a:solidFill>
                          <a:latin typeface="+mn-lt"/>
                          <a:ea typeface="+mn-ea"/>
                          <a:cs typeface="+mn-cs"/>
                        </a:rPr>
                        <a:t> date:</a:t>
                      </a:r>
                    </a:p>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[DUE DATE TO BE INSERTED]</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4160285"/>
                  </a:ext>
                </a:extLst>
              </a:tr>
              <a:tr h="599751">
                <a:tc vMerge="1">
                  <a:txBody>
                    <a:bodyPr/>
                    <a:lstStyle/>
                    <a:p>
                      <a:endParaRPr lang="en-US"/>
                    </a:p>
                  </a:txBody>
                  <a:tcPr/>
                </a:tc>
                <a:tc vMerge="1">
                  <a:txBody>
                    <a:bodyPr/>
                    <a:lstStyle/>
                    <a:p>
                      <a:endParaRPr lang="en-US"/>
                    </a:p>
                  </a:txBody>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dirty="0" err="1">
                          <a:solidFill>
                            <a:srgbClr val="293A65"/>
                          </a:solidFill>
                          <a:latin typeface="+mn-lt"/>
                          <a:ea typeface="+mn-ea"/>
                          <a:cs typeface="+mn-cs"/>
                        </a:rPr>
                        <a:t>Owner</a:t>
                      </a:r>
                      <a:r>
                        <a:rPr lang="nl-NL" sz="1000" b="0" kern="1200" dirty="0">
                          <a:solidFill>
                            <a:srgbClr val="293A65"/>
                          </a:solidFill>
                          <a:latin typeface="+mn-lt"/>
                          <a:ea typeface="+mn-ea"/>
                          <a:cs typeface="+mn-cs"/>
                        </a:rPr>
                        <a:t>:</a:t>
                      </a:r>
                    </a:p>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dirty="0">
                          <a:solidFill>
                            <a:srgbClr val="293A65"/>
                          </a:solidFill>
                          <a:latin typeface="+mn-lt"/>
                          <a:ea typeface="+mn-ea"/>
                          <a:cs typeface="+mn-cs"/>
                        </a:rPr>
                        <a:t>[OWNER TO BE INSERTED]</a:t>
                      </a:r>
                    </a:p>
                    <a:p>
                      <a:pPr algn="ctr"/>
                      <a:endParaRPr lang="nl-NL"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37993324"/>
                  </a:ext>
                </a:extLst>
              </a:tr>
            </a:tbl>
          </a:graphicData>
        </a:graphic>
      </p:graphicFrame>
      <p:sp>
        <p:nvSpPr>
          <p:cNvPr id="7" name="Text Placeholder 8">
            <a:hlinkClick r:id="rId2" action="ppaction://hlinksldjump"/>
            <a:extLst>
              <a:ext uri="{FF2B5EF4-FFF2-40B4-BE49-F238E27FC236}">
                <a16:creationId xmlns:a16="http://schemas.microsoft.com/office/drawing/2014/main" id="{2CAB1ABE-D1EB-E8F8-4A62-F74C6C059692}"/>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10" name="Text Placeholder 9">
            <a:hlinkClick r:id="rId3" action="ppaction://hlinksldjump"/>
            <a:extLst>
              <a:ext uri="{FF2B5EF4-FFF2-40B4-BE49-F238E27FC236}">
                <a16:creationId xmlns:a16="http://schemas.microsoft.com/office/drawing/2014/main" id="{266C3F51-B906-900D-1B77-551D7F31EA78}"/>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4" action="ppaction://hlinksldjump"/>
            <a:extLst>
              <a:ext uri="{FF2B5EF4-FFF2-40B4-BE49-F238E27FC236}">
                <a16:creationId xmlns:a16="http://schemas.microsoft.com/office/drawing/2014/main" id="{C4BDB751-39A1-7F00-64ED-022E4DF084A3}"/>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16" name="Text Placeholder 12">
            <a:hlinkClick r:id="rId5" action="ppaction://hlinksldjump"/>
            <a:extLst>
              <a:ext uri="{FF2B5EF4-FFF2-40B4-BE49-F238E27FC236}">
                <a16:creationId xmlns:a16="http://schemas.microsoft.com/office/drawing/2014/main" id="{E5045B37-FA0B-1B01-C1D8-58707E07ED29}"/>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5" name="Text Placeholder 2">
            <a:hlinkClick r:id="rId6" action="ppaction://hlinksldjump"/>
            <a:extLst>
              <a:ext uri="{FF2B5EF4-FFF2-40B4-BE49-F238E27FC236}">
                <a16:creationId xmlns:a16="http://schemas.microsoft.com/office/drawing/2014/main" id="{90C2A95B-4431-7BB3-7215-2E4B41F41061}"/>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851576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7D08D-E1B9-3D6F-257C-B54D9DF74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AD579-28A7-56F3-04F3-9F5522C5A66D}"/>
              </a:ext>
            </a:extLst>
          </p:cNvPr>
          <p:cNvSpPr>
            <a:spLocks noGrp="1"/>
          </p:cNvSpPr>
          <p:nvPr>
            <p:ph type="title"/>
          </p:nvPr>
        </p:nvSpPr>
        <p:spPr>
          <a:xfrm>
            <a:off x="838201" y="365130"/>
            <a:ext cx="8591549" cy="617530"/>
          </a:xfrm>
        </p:spPr>
        <p:txBody>
          <a:bodyPr>
            <a:normAutofit fontScale="90000"/>
          </a:bodyPr>
          <a:lstStyle/>
          <a:p>
            <a:r>
              <a:rPr lang="en-US">
                <a:latin typeface="+mn-lt"/>
              </a:rPr>
              <a:t>Findings and recommendations</a:t>
            </a:r>
          </a:p>
        </p:txBody>
      </p:sp>
      <p:sp>
        <p:nvSpPr>
          <p:cNvPr id="3" name="Slide Number Placeholder 2">
            <a:extLst>
              <a:ext uri="{FF2B5EF4-FFF2-40B4-BE49-F238E27FC236}">
                <a16:creationId xmlns:a16="http://schemas.microsoft.com/office/drawing/2014/main" id="{A8E5EB8A-751A-2C6C-7C0E-870E9C95B8F6}"/>
              </a:ext>
            </a:extLst>
          </p:cNvPr>
          <p:cNvSpPr>
            <a:spLocks noGrp="1"/>
          </p:cNvSpPr>
          <p:nvPr>
            <p:ph type="sldNum" sz="quarter" idx="12"/>
          </p:nvPr>
        </p:nvSpPr>
        <p:spPr/>
        <p:txBody>
          <a:bodyPr/>
          <a:lstStyle/>
          <a:p>
            <a:fld id="{9C5C683D-CEB1-4F30-9DF4-65B979347242}" type="slidenum">
              <a:rPr lang="en-US" smtClean="0">
                <a:latin typeface="+mn-lt"/>
              </a:rPr>
              <a:pPr/>
              <a:t>12</a:t>
            </a:fld>
            <a:endParaRPr lang="en-US">
              <a:latin typeface="+mn-lt"/>
            </a:endParaRPr>
          </a:p>
        </p:txBody>
      </p:sp>
      <p:graphicFrame>
        <p:nvGraphicFramePr>
          <p:cNvPr id="14" name="Tijdelijke aanduiding voor tabel 41">
            <a:extLst>
              <a:ext uri="{FF2B5EF4-FFF2-40B4-BE49-F238E27FC236}">
                <a16:creationId xmlns:a16="http://schemas.microsoft.com/office/drawing/2014/main" id="{5FC5A2D9-FAC4-F695-27FC-A26DDBB37D73}"/>
              </a:ext>
            </a:extLst>
          </p:cNvPr>
          <p:cNvGraphicFramePr>
            <a:graphicFrameLocks/>
          </p:cNvGraphicFramePr>
          <p:nvPr/>
        </p:nvGraphicFramePr>
        <p:xfrm>
          <a:off x="735386" y="1263369"/>
          <a:ext cx="11134865" cy="4933597"/>
        </p:xfrm>
        <a:graphic>
          <a:graphicData uri="http://schemas.openxmlformats.org/drawingml/2006/table">
            <a:tbl>
              <a:tblPr firstRow="1" bandRow="1">
                <a:tableStyleId>{2D5ABB26-0587-4C30-8999-92F81FD0307C}</a:tableStyleId>
              </a:tblPr>
              <a:tblGrid>
                <a:gridCol w="1521446">
                  <a:extLst>
                    <a:ext uri="{9D8B030D-6E8A-4147-A177-3AD203B41FA5}">
                      <a16:colId xmlns:a16="http://schemas.microsoft.com/office/drawing/2014/main" val="253662939"/>
                    </a:ext>
                  </a:extLst>
                </a:gridCol>
                <a:gridCol w="8523922">
                  <a:extLst>
                    <a:ext uri="{9D8B030D-6E8A-4147-A177-3AD203B41FA5}">
                      <a16:colId xmlns:a16="http://schemas.microsoft.com/office/drawing/2014/main" val="1416817821"/>
                    </a:ext>
                  </a:extLst>
                </a:gridCol>
                <a:gridCol w="1089497">
                  <a:extLst>
                    <a:ext uri="{9D8B030D-6E8A-4147-A177-3AD203B41FA5}">
                      <a16:colId xmlns:a16="http://schemas.microsoft.com/office/drawing/2014/main" val="829511030"/>
                    </a:ext>
                  </a:extLst>
                </a:gridCol>
              </a:tblGrid>
              <a:tr h="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kern="1200" dirty="0">
                          <a:solidFill>
                            <a:schemeClr val="bg1"/>
                          </a:solidFill>
                          <a:latin typeface="+mn-lt"/>
                          <a:ea typeface="+mn-ea"/>
                          <a:cs typeface="+mn-cs"/>
                        </a:rPr>
                        <a:t>0xxx – [FINDING TITLE]</a:t>
                      </a:r>
                      <a:endParaRPr lang="en-US" sz="1000" b="1" kern="1200" dirty="0">
                        <a:solidFill>
                          <a:schemeClr val="bg1"/>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0xxx – [FINDING TITLE] [RISK level]</a:t>
                      </a:r>
                      <a:endParaRPr lang="en-US" sz="1000" b="0" kern="1200">
                        <a:solidFill>
                          <a:srgbClr val="293A65"/>
                        </a:solidFill>
                        <a:latin typeface="+mn-lt"/>
                        <a:ea typeface="+mn-ea"/>
                        <a:cs typeface="+mn-cs"/>
                      </a:endParaRPr>
                    </a:p>
                    <a:p>
                      <a:pPr algn="l">
                        <a:lnSpc>
                          <a:spcPct val="100000"/>
                        </a:lnSpc>
                      </a:pP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Risk: xxx</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815251660"/>
                  </a:ext>
                </a:extLst>
              </a:tr>
              <a:tr h="1199501">
                <a:tc>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nl-NL" sz="1000" b="1" kern="1200" err="1">
                          <a:solidFill>
                            <a:schemeClr val="bg1"/>
                          </a:solidFill>
                          <a:latin typeface="+mn-lt"/>
                          <a:ea typeface="+mn-ea"/>
                          <a:cs typeface="+mn-cs"/>
                        </a:rPr>
                        <a:t>Finding</a:t>
                      </a:r>
                      <a:endParaRPr lang="nl-NL" sz="1000" b="1" kern="1200">
                        <a:solidFill>
                          <a:schemeClr val="bg1"/>
                        </a:solidFill>
                        <a:latin typeface="+mn-lt"/>
                        <a:ea typeface="+mn-ea"/>
                        <a:cs typeface="+mn-cs"/>
                      </a:endParaRP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a:txBody>
                    <a:bodyPr/>
                    <a:lstStyle/>
                    <a:p>
                      <a:pPr algn="l">
                        <a:lnSpc>
                          <a:spcPct val="100000"/>
                        </a:lnSpc>
                      </a:pPr>
                      <a:r>
                        <a:rPr lang="nl-NL" sz="1000" b="0" kern="1200">
                          <a:solidFill>
                            <a:srgbClr val="293A65"/>
                          </a:solidFill>
                          <a:latin typeface="+mn-lt"/>
                          <a:ea typeface="+mn-ea"/>
                          <a:cs typeface="+mn-cs"/>
                        </a:rPr>
                        <a:t>[FINDING DESCRIPTION + SHORT CONTEXT]</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nl-NL" sz="1000" b="0" kern="1200" err="1">
                          <a:solidFill>
                            <a:srgbClr val="293A65"/>
                          </a:solidFill>
                          <a:latin typeface="+mn-lt"/>
                          <a:ea typeface="+mn-ea"/>
                          <a:cs typeface="+mn-cs"/>
                        </a:rPr>
                        <a:t>AOxx</a:t>
                      </a:r>
                      <a:endParaRPr lang="nl-NL"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4160285"/>
                  </a:ext>
                </a:extLst>
              </a:tr>
              <a:tr h="850424">
                <a:tc>
                  <a:txBody>
                    <a:bodyPr/>
                    <a:lstStyle/>
                    <a:p>
                      <a:pPr algn="ctr">
                        <a:lnSpc>
                          <a:spcPct val="100000"/>
                        </a:lnSpc>
                      </a:pPr>
                      <a:r>
                        <a:rPr lang="nl-NL" sz="1000" b="1">
                          <a:solidFill>
                            <a:schemeClr val="bg1"/>
                          </a:solidFill>
                          <a:latin typeface="+mn-lt"/>
                        </a:rPr>
                        <a:t>Root </a:t>
                      </a:r>
                      <a:r>
                        <a:rPr lang="nl-NL" sz="1000" b="1" err="1">
                          <a:solidFill>
                            <a:schemeClr val="bg1"/>
                          </a:solidFill>
                          <a:latin typeface="+mn-lt"/>
                        </a:rPr>
                        <a:t>Cause</a:t>
                      </a:r>
                      <a:r>
                        <a:rPr lang="nl-NL" sz="1000" b="1">
                          <a:solidFill>
                            <a:schemeClr val="bg1"/>
                          </a:solidFill>
                          <a:latin typeface="+mn-lt"/>
                        </a:rPr>
                        <a:t>(s)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defTabSz="914400" rtl="0" eaLnBrk="1" latinLnBrk="0" hangingPunct="1">
                        <a:lnSpc>
                          <a:spcPct val="100000"/>
                        </a:lnSpc>
                        <a:buFont typeface="Arial" panose="020B0604020202020204" pitchFamily="34" charset="0"/>
                        <a:buChar char="•"/>
                      </a:pPr>
                      <a:r>
                        <a:rPr lang="nl-NL" sz="1000" b="0" kern="1200">
                          <a:solidFill>
                            <a:srgbClr val="293A65"/>
                          </a:solidFill>
                          <a:latin typeface="+mn-lt"/>
                          <a:ea typeface="+mn-ea"/>
                          <a:cs typeface="+mn-cs"/>
                        </a:rPr>
                        <a:t>[ROOT CAUSE(S)]</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2775058923"/>
                  </a:ext>
                </a:extLst>
              </a:tr>
              <a:tr h="850424">
                <a:tc>
                  <a:txBody>
                    <a:bodyPr/>
                    <a:lstStyle/>
                    <a:p>
                      <a:pPr algn="ctr">
                        <a:lnSpc>
                          <a:spcPct val="100000"/>
                        </a:lnSpc>
                      </a:pPr>
                      <a:r>
                        <a:rPr lang="nl-NL" sz="1000" b="1">
                          <a:solidFill>
                            <a:schemeClr val="bg1"/>
                          </a:solidFill>
                          <a:latin typeface="+mn-lt"/>
                        </a:rPr>
                        <a:t>Risk(s)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defTabSz="914400" rtl="0" eaLnBrk="1" latinLnBrk="0" hangingPunct="1">
                        <a:lnSpc>
                          <a:spcPct val="100000"/>
                        </a:lnSpc>
                        <a:buFont typeface="Arial" panose="020B0604020202020204" pitchFamily="34" charset="0"/>
                        <a:buChar char="•"/>
                      </a:pPr>
                      <a:r>
                        <a:rPr lang="nl-NL" sz="1000" b="0" kern="1200">
                          <a:solidFill>
                            <a:srgbClr val="293A65"/>
                          </a:solidFill>
                          <a:latin typeface="+mn-lt"/>
                          <a:ea typeface="+mn-ea"/>
                          <a:cs typeface="+mn-cs"/>
                        </a:rPr>
                        <a:t>[RISK(S)]</a:t>
                      </a: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32469217"/>
                  </a:ext>
                </a:extLst>
              </a:tr>
              <a:tr h="850424">
                <a:tc>
                  <a:txBody>
                    <a:bodyPr/>
                    <a:lstStyle/>
                    <a:p>
                      <a:pPr algn="ctr">
                        <a:lnSpc>
                          <a:spcPct val="100000"/>
                        </a:lnSpc>
                      </a:pPr>
                      <a:r>
                        <a:rPr lang="nl-NL" sz="1000" b="1" err="1">
                          <a:solidFill>
                            <a:schemeClr val="bg1"/>
                          </a:solidFill>
                          <a:latin typeface="+mn-lt"/>
                        </a:rPr>
                        <a:t>Stake</a:t>
                      </a:r>
                      <a:r>
                        <a:rPr lang="nl-NL" sz="1000" b="1">
                          <a:solidFill>
                            <a:schemeClr val="bg1"/>
                          </a:solidFill>
                          <a:latin typeface="+mn-lt"/>
                        </a:rPr>
                        <a:t>(s)</a:t>
                      </a: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171450" indent="-171450" algn="l" rtl="0" eaLnBrk="1" latinLnBrk="0" hangingPunct="1">
                        <a:lnSpc>
                          <a:spcPct val="100000"/>
                        </a:lnSpc>
                        <a:buFont typeface="Arial" panose="020B0604020202020204" pitchFamily="34" charset="0"/>
                        <a:buChar char="•"/>
                      </a:pPr>
                      <a:r>
                        <a:rPr lang="nl-NL" sz="1000" b="0" kern="1200" dirty="0">
                          <a:solidFill>
                            <a:srgbClr val="293A65"/>
                          </a:solidFill>
                          <a:latin typeface="+mn-lt"/>
                          <a:ea typeface="+mn-ea"/>
                          <a:cs typeface="+mn-cs"/>
                        </a:rPr>
                        <a:t>[STAKE(S)]</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989520136"/>
                  </a:ext>
                </a:extLst>
              </a:tr>
              <a:tr h="850424">
                <a:tc>
                  <a:txBody>
                    <a:bodyPr/>
                    <a:lstStyle/>
                    <a:p>
                      <a:pPr algn="ctr">
                        <a:lnSpc>
                          <a:spcPct val="100000"/>
                        </a:lnSpc>
                      </a:pPr>
                      <a:r>
                        <a:rPr lang="nl-NL" sz="1000" b="1" err="1">
                          <a:solidFill>
                            <a:schemeClr val="bg1"/>
                          </a:solidFill>
                          <a:latin typeface="+mn-lt"/>
                        </a:rPr>
                        <a:t>Recommendation</a:t>
                      </a:r>
                      <a:endParaRPr lang="nl-NL" sz="1000" b="1">
                        <a:solidFill>
                          <a:schemeClr val="bg1"/>
                        </a:solidFill>
                        <a:latin typeface="+mn-lt"/>
                      </a:endParaRPr>
                    </a:p>
                  </a:txBody>
                  <a:tcPr marL="90000" marR="90000" marT="90000" marB="90000" anchor="ctr">
                    <a:lnL>
                      <a:noFill/>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6">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gridSpan="2">
                  <a:txBody>
                    <a:bodyPr/>
                    <a:lstStyle/>
                    <a:p>
                      <a:pPr marL="0" indent="0" algn="l" defTabSz="914400" rtl="0" eaLnBrk="1" latinLnBrk="0" hangingPunct="1">
                        <a:lnSpc>
                          <a:spcPct val="100000"/>
                        </a:lnSpc>
                        <a:buFont typeface="Wingdings" panose="05000000000000000000" pitchFamily="2" charset="2"/>
                        <a:buNone/>
                      </a:pPr>
                      <a:r>
                        <a:rPr lang="nl-NL" sz="1000" b="0" kern="1200" dirty="0">
                          <a:solidFill>
                            <a:srgbClr val="293A65"/>
                          </a:solidFill>
                          <a:latin typeface="+mn-lt"/>
                          <a:ea typeface="+mn-ea"/>
                          <a:cs typeface="+mn-cs"/>
                        </a:rPr>
                        <a:t>[RECOMMENDATION] </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143384480"/>
                  </a:ext>
                </a:extLst>
              </a:tr>
            </a:tbl>
          </a:graphicData>
        </a:graphic>
      </p:graphicFrame>
      <p:sp>
        <p:nvSpPr>
          <p:cNvPr id="30" name="Text Placeholder 11">
            <a:extLst>
              <a:ext uri="{FF2B5EF4-FFF2-40B4-BE49-F238E27FC236}">
                <a16:creationId xmlns:a16="http://schemas.microsoft.com/office/drawing/2014/main" id="{9A3EA573-D75E-0245-F8FB-BB78F5E9AC56}"/>
              </a:ext>
            </a:extLst>
          </p:cNvPr>
          <p:cNvSpPr>
            <a:spLocks noGrp="1"/>
          </p:cNvSpPr>
          <p:nvPr>
            <p:ph type="body" sz="quarter" idx="31"/>
          </p:nvPr>
        </p:nvSpPr>
        <p:spPr>
          <a:xfrm>
            <a:off x="8134930" y="6477676"/>
            <a:ext cx="2016724" cy="374903"/>
          </a:xfrm>
          <a:gradFill>
            <a:gsLst>
              <a:gs pos="100000">
                <a:srgbClr val="0800B9"/>
              </a:gs>
              <a:gs pos="0">
                <a:srgbClr val="009EE3"/>
              </a:gs>
            </a:gsLst>
            <a:lin ang="10800000" scaled="1"/>
          </a:gradFill>
          <a:ln w="3175">
            <a:solidFill>
              <a:schemeClr val="bg1"/>
            </a:solidFill>
          </a:ln>
        </p:spPr>
        <p:txBody>
          <a:bodyPr/>
          <a:lstStyle/>
          <a:p>
            <a:pPr algn="ctr"/>
            <a:r>
              <a:rPr lang="en-US"/>
              <a:t>Findings and recommendations</a:t>
            </a:r>
          </a:p>
        </p:txBody>
      </p:sp>
      <p:sp>
        <p:nvSpPr>
          <p:cNvPr id="6" name="Text Placeholder 8">
            <a:hlinkClick r:id="rId2" action="ppaction://hlinksldjump"/>
            <a:extLst>
              <a:ext uri="{FF2B5EF4-FFF2-40B4-BE49-F238E27FC236}">
                <a16:creationId xmlns:a16="http://schemas.microsoft.com/office/drawing/2014/main" id="{6C22E120-CCE2-8C30-A42C-BD44465B972F}"/>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9" name="Text Placeholder 9">
            <a:hlinkClick r:id="rId3" action="ppaction://hlinksldjump"/>
            <a:extLst>
              <a:ext uri="{FF2B5EF4-FFF2-40B4-BE49-F238E27FC236}">
                <a16:creationId xmlns:a16="http://schemas.microsoft.com/office/drawing/2014/main" id="{642C8C5D-70C3-D87B-9CE9-691DED6DF765}"/>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4" action="ppaction://hlinksldjump"/>
            <a:extLst>
              <a:ext uri="{FF2B5EF4-FFF2-40B4-BE49-F238E27FC236}">
                <a16:creationId xmlns:a16="http://schemas.microsoft.com/office/drawing/2014/main" id="{F82D8FDC-6DFF-90F5-AF7B-5265423E0290}"/>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18" name="Text Placeholder 12">
            <a:hlinkClick r:id="rId5" action="ppaction://hlinksldjump"/>
            <a:extLst>
              <a:ext uri="{FF2B5EF4-FFF2-40B4-BE49-F238E27FC236}">
                <a16:creationId xmlns:a16="http://schemas.microsoft.com/office/drawing/2014/main" id="{083083C3-73BD-3E2A-5BA9-4FBADA1FE2AE}"/>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1" name="Text Placeholder 2">
            <a:hlinkClick r:id="rId6" action="ppaction://hlinksldjump"/>
            <a:extLst>
              <a:ext uri="{FF2B5EF4-FFF2-40B4-BE49-F238E27FC236}">
                <a16:creationId xmlns:a16="http://schemas.microsoft.com/office/drawing/2014/main" id="{337ED9B6-1B1F-98BC-BF2D-4FDADCD0E69F}"/>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2938036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DD3D1-DB7D-DC43-6C1C-F56082D23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5AA91-4148-6670-7078-776AAFAF8D40}"/>
              </a:ext>
            </a:extLst>
          </p:cNvPr>
          <p:cNvSpPr>
            <a:spLocks noGrp="1"/>
          </p:cNvSpPr>
          <p:nvPr>
            <p:ph type="title"/>
          </p:nvPr>
        </p:nvSpPr>
        <p:spPr>
          <a:xfrm>
            <a:off x="838201" y="365130"/>
            <a:ext cx="8591549" cy="617530"/>
          </a:xfrm>
        </p:spPr>
        <p:txBody>
          <a:bodyPr>
            <a:normAutofit fontScale="90000"/>
          </a:bodyPr>
          <a:lstStyle/>
          <a:p>
            <a:r>
              <a:rPr lang="en-US">
                <a:latin typeface="+mn-lt"/>
              </a:rPr>
              <a:t>Management Response</a:t>
            </a:r>
          </a:p>
        </p:txBody>
      </p:sp>
      <p:sp>
        <p:nvSpPr>
          <p:cNvPr id="3" name="Slide Number Placeholder 2">
            <a:extLst>
              <a:ext uri="{FF2B5EF4-FFF2-40B4-BE49-F238E27FC236}">
                <a16:creationId xmlns:a16="http://schemas.microsoft.com/office/drawing/2014/main" id="{68E4EB47-D265-4A96-6F8E-865927F396F5}"/>
              </a:ext>
            </a:extLst>
          </p:cNvPr>
          <p:cNvSpPr>
            <a:spLocks noGrp="1"/>
          </p:cNvSpPr>
          <p:nvPr>
            <p:ph type="sldNum" sz="quarter" idx="12"/>
          </p:nvPr>
        </p:nvSpPr>
        <p:spPr/>
        <p:txBody>
          <a:bodyPr/>
          <a:lstStyle/>
          <a:p>
            <a:fld id="{9C5C683D-CEB1-4F30-9DF4-65B979347242}" type="slidenum">
              <a:rPr lang="en-US" smtClean="0"/>
              <a:pPr/>
              <a:t>13</a:t>
            </a:fld>
            <a:endParaRPr lang="en-US"/>
          </a:p>
        </p:txBody>
      </p:sp>
      <p:sp>
        <p:nvSpPr>
          <p:cNvPr id="22" name="Text Placeholder 11">
            <a:extLst>
              <a:ext uri="{FF2B5EF4-FFF2-40B4-BE49-F238E27FC236}">
                <a16:creationId xmlns:a16="http://schemas.microsoft.com/office/drawing/2014/main" id="{FA830D95-0388-552E-5606-C3A6BE2CF06E}"/>
              </a:ext>
            </a:extLst>
          </p:cNvPr>
          <p:cNvSpPr>
            <a:spLocks noGrp="1"/>
          </p:cNvSpPr>
          <p:nvPr>
            <p:ph type="body" sz="quarter" idx="31"/>
          </p:nvPr>
        </p:nvSpPr>
        <p:spPr>
          <a:xfrm>
            <a:off x="8134930" y="6477676"/>
            <a:ext cx="2016724" cy="374903"/>
          </a:xfr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p>
            <a:pPr algn="ctr"/>
            <a:r>
              <a:rPr lang="en-US"/>
              <a:t>Findings and recommendations</a:t>
            </a:r>
          </a:p>
        </p:txBody>
      </p:sp>
      <p:graphicFrame>
        <p:nvGraphicFramePr>
          <p:cNvPr id="5" name="Tijdelijke aanduiding voor tabel 41">
            <a:extLst>
              <a:ext uri="{FF2B5EF4-FFF2-40B4-BE49-F238E27FC236}">
                <a16:creationId xmlns:a16="http://schemas.microsoft.com/office/drawing/2014/main" id="{BAFC0604-EF91-4834-ECC7-1AC46A37E251}"/>
              </a:ext>
            </a:extLst>
          </p:cNvPr>
          <p:cNvGraphicFramePr>
            <a:graphicFrameLocks/>
          </p:cNvGraphicFramePr>
          <p:nvPr/>
        </p:nvGraphicFramePr>
        <p:xfrm>
          <a:off x="735386" y="1263369"/>
          <a:ext cx="11134865" cy="1759200"/>
        </p:xfrm>
        <a:graphic>
          <a:graphicData uri="http://schemas.openxmlformats.org/drawingml/2006/table">
            <a:tbl>
              <a:tblPr firstRow="1" bandRow="1">
                <a:tableStyleId>{2D5ABB26-0587-4C30-8999-92F81FD0307C}</a:tableStyleId>
              </a:tblPr>
              <a:tblGrid>
                <a:gridCol w="1521446">
                  <a:extLst>
                    <a:ext uri="{9D8B030D-6E8A-4147-A177-3AD203B41FA5}">
                      <a16:colId xmlns:a16="http://schemas.microsoft.com/office/drawing/2014/main" val="253662939"/>
                    </a:ext>
                  </a:extLst>
                </a:gridCol>
                <a:gridCol w="7854834">
                  <a:extLst>
                    <a:ext uri="{9D8B030D-6E8A-4147-A177-3AD203B41FA5}">
                      <a16:colId xmlns:a16="http://schemas.microsoft.com/office/drawing/2014/main" val="1416817821"/>
                    </a:ext>
                  </a:extLst>
                </a:gridCol>
                <a:gridCol w="1758585">
                  <a:extLst>
                    <a:ext uri="{9D8B030D-6E8A-4147-A177-3AD203B41FA5}">
                      <a16:colId xmlns:a16="http://schemas.microsoft.com/office/drawing/2014/main" val="829511030"/>
                    </a:ext>
                  </a:extLst>
                </a:gridCol>
              </a:tblGrid>
              <a:tr h="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1" kern="1200">
                          <a:solidFill>
                            <a:schemeClr val="bg1"/>
                          </a:solidFill>
                          <a:latin typeface="+mn-lt"/>
                          <a:ea typeface="+mn-ea"/>
                          <a:cs typeface="+mn-cs"/>
                        </a:rPr>
                        <a:t>0xxx – [FINDING TITLE]</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100000">
                          <a:srgbClr val="0800B9"/>
                        </a:gs>
                        <a:gs pos="0">
                          <a:srgbClr val="009EE3"/>
                        </a:gs>
                      </a:gsLst>
                      <a:lin ang="10800000" scaled="1"/>
                    </a:gra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0xxx – [FINDING TITLE] [RISK level]</a:t>
                      </a:r>
                      <a:endParaRPr lang="en-US" sz="1000" b="0" kern="1200">
                        <a:solidFill>
                          <a:srgbClr val="293A65"/>
                        </a:solidFill>
                        <a:latin typeface="+mn-lt"/>
                        <a:ea typeface="+mn-ea"/>
                        <a:cs typeface="+mn-cs"/>
                      </a:endParaRPr>
                    </a:p>
                    <a:p>
                      <a:pPr algn="l">
                        <a:lnSpc>
                          <a:spcPct val="100000"/>
                        </a:lnSpc>
                      </a:pPr>
                      <a:endParaRPr lang="en-US" sz="1000" b="0" kern="1200">
                        <a:solidFill>
                          <a:srgbClr val="293A65"/>
                        </a:solidFill>
                        <a:latin typeface="+mn-lt"/>
                        <a:ea typeface="+mn-ea"/>
                        <a:cs typeface="+mn-cs"/>
                      </a:endParaRPr>
                    </a:p>
                  </a:txBody>
                  <a:tcPr marL="90000" marR="90000" marT="90000" marB="90000" anchor="ctr">
                    <a:lnL w="12700" cap="flat" cmpd="sng" algn="ctr">
                      <a:solidFill>
                        <a:schemeClr val="bg1"/>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nl-NL" sz="1000" b="0" kern="1200">
                        <a:solidFill>
                          <a:srgbClr val="293A65"/>
                        </a:solidFill>
                        <a:latin typeface="+mn-lt"/>
                        <a:ea typeface="+mn-ea"/>
                        <a:cs typeface="+mn-cs"/>
                      </a:endParaRPr>
                    </a:p>
                  </a:txBody>
                  <a:tcPr marL="90000" marR="90000" marT="90000" marB="90000" anchor="ctr">
                    <a:lnL w="6350" cap="flat" cmpd="sng" algn="ctr">
                      <a:solidFill>
                        <a:schemeClr val="accent6">
                          <a:lumMod val="20000"/>
                          <a:lumOff val="80000"/>
                        </a:schemeClr>
                      </a:solidFill>
                      <a:prstDash val="solid"/>
                      <a:round/>
                      <a:headEnd type="none" w="med" len="med"/>
                      <a:tailEnd type="none" w="med" len="med"/>
                    </a:lnL>
                    <a:lnR w="6350" cap="flat" cmpd="sng" algn="ctr">
                      <a:solidFill>
                        <a:schemeClr val="accent6">
                          <a:lumMod val="20000"/>
                          <a:lumOff val="80000"/>
                        </a:schemeClr>
                      </a:solidFill>
                      <a:prstDash val="solid"/>
                      <a:round/>
                      <a:headEnd type="none" w="med" len="med"/>
                      <a:tailEnd type="none" w="med" len="med"/>
                    </a:lnR>
                    <a:lnT w="6350" cap="flat" cmpd="sng" algn="ctr">
                      <a:solidFill>
                        <a:schemeClr val="accent6">
                          <a:lumMod val="20000"/>
                          <a:lumOff val="80000"/>
                        </a:schemeClr>
                      </a:solidFill>
                      <a:prstDash val="solid"/>
                      <a:round/>
                      <a:headEnd type="none" w="med" len="med"/>
                      <a:tailEnd type="none" w="med" len="med"/>
                    </a:lnT>
                    <a:lnB w="12700" cap="flat" cmpd="sng" algn="ctr">
                      <a:solidFill>
                        <a:srgbClr val="B6C0CD"/>
                      </a:solidFill>
                      <a:prstDash val="solid"/>
                      <a:round/>
                      <a:headEnd type="none" w="med" len="med"/>
                      <a:tailEnd type="none" w="med" len="med"/>
                    </a:lnB>
                    <a:lnTlToBr w="12700" cmpd="sng">
                      <a:noFill/>
                      <a:prstDash val="solid"/>
                    </a:lnTlToBr>
                    <a:lnBlToTr w="12700" cmpd="sng">
                      <a:noFill/>
                      <a:prstDash val="solid"/>
                    </a:lnBlToTr>
                    <a:solidFill>
                      <a:srgbClr val="6ED749"/>
                    </a:solidFill>
                  </a:tcPr>
                </a:tc>
                <a:extLst>
                  <a:ext uri="{0D108BD9-81ED-4DB2-BD59-A6C34878D82A}">
                    <a16:rowId xmlns:a16="http://schemas.microsoft.com/office/drawing/2014/main" val="1815251660"/>
                  </a:ext>
                </a:extLst>
              </a:tr>
              <a:tr h="599751">
                <a:tc rowSpan="2">
                  <a:txBody>
                    <a:bodyPr/>
                    <a:lstStyle/>
                    <a:p>
                      <a:pPr marL="0" marR="0" lvl="0" indent="0" algn="ctr" defTabSz="1007943" rtl="0" eaLnBrk="1" fontAlgn="auto" latinLnBrk="0" hangingPunct="1">
                        <a:lnSpc>
                          <a:spcPct val="100000"/>
                        </a:lnSpc>
                        <a:spcBef>
                          <a:spcPts val="0"/>
                        </a:spcBef>
                        <a:spcAft>
                          <a:spcPts val="0"/>
                        </a:spcAft>
                        <a:buClrTx/>
                        <a:buSzTx/>
                        <a:buFontTx/>
                        <a:buNone/>
                        <a:tabLst/>
                        <a:defRPr/>
                      </a:pPr>
                      <a:r>
                        <a:rPr lang="nl-NL" sz="1000" b="1" kern="1200">
                          <a:solidFill>
                            <a:schemeClr val="bg1"/>
                          </a:solidFill>
                          <a:latin typeface="+mn-lt"/>
                          <a:ea typeface="+mn-ea"/>
                          <a:cs typeface="+mn-cs"/>
                        </a:rPr>
                        <a:t>Action plan</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6C0CD"/>
                    </a:solidFill>
                  </a:tcPr>
                </a:tc>
                <a:tc rowSpan="2">
                  <a:txBody>
                    <a:bodyPr/>
                    <a:lstStyle/>
                    <a:p>
                      <a:r>
                        <a:rPr lang="nl-NL" sz="1000" b="0" kern="1200" dirty="0">
                          <a:solidFill>
                            <a:srgbClr val="293A65"/>
                          </a:solidFill>
                          <a:latin typeface="+mn-lt"/>
                          <a:ea typeface="+mn-ea"/>
                          <a:cs typeface="+mn-cs"/>
                        </a:rPr>
                        <a:t>[ACTION PLAN TO BE INSERTED]</a:t>
                      </a:r>
                      <a:endParaRPr lang="en-US"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err="1">
                          <a:solidFill>
                            <a:srgbClr val="293A65"/>
                          </a:solidFill>
                          <a:latin typeface="+mn-lt"/>
                          <a:ea typeface="+mn-ea"/>
                          <a:cs typeface="+mn-cs"/>
                        </a:rPr>
                        <a:t>Due</a:t>
                      </a:r>
                      <a:r>
                        <a:rPr lang="nl-NL" sz="1000" b="0" kern="1200">
                          <a:solidFill>
                            <a:srgbClr val="293A65"/>
                          </a:solidFill>
                          <a:latin typeface="+mn-lt"/>
                          <a:ea typeface="+mn-ea"/>
                          <a:cs typeface="+mn-cs"/>
                        </a:rPr>
                        <a:t> date:</a:t>
                      </a:r>
                    </a:p>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a:solidFill>
                            <a:srgbClr val="293A65"/>
                          </a:solidFill>
                          <a:latin typeface="+mn-lt"/>
                          <a:ea typeface="+mn-ea"/>
                          <a:cs typeface="+mn-cs"/>
                        </a:rPr>
                        <a:t>[DUE DATE TO BE INSERTED]</a:t>
                      </a: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4160285"/>
                  </a:ext>
                </a:extLst>
              </a:tr>
              <a:tr h="599751">
                <a:tc vMerge="1">
                  <a:txBody>
                    <a:bodyPr/>
                    <a:lstStyle/>
                    <a:p>
                      <a:endParaRPr lang="en-US"/>
                    </a:p>
                  </a:txBody>
                  <a:tcPr/>
                </a:tc>
                <a:tc vMerge="1">
                  <a:txBody>
                    <a:bodyPr/>
                    <a:lstStyle/>
                    <a:p>
                      <a:endParaRPr lang="en-US"/>
                    </a:p>
                  </a:txBody>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dirty="0" err="1">
                          <a:solidFill>
                            <a:srgbClr val="293A65"/>
                          </a:solidFill>
                          <a:latin typeface="+mn-lt"/>
                          <a:ea typeface="+mn-ea"/>
                          <a:cs typeface="+mn-cs"/>
                        </a:rPr>
                        <a:t>Owner</a:t>
                      </a:r>
                      <a:r>
                        <a:rPr lang="nl-NL" sz="1000" b="0" kern="1200" dirty="0">
                          <a:solidFill>
                            <a:srgbClr val="293A65"/>
                          </a:solidFill>
                          <a:latin typeface="+mn-lt"/>
                          <a:ea typeface="+mn-ea"/>
                          <a:cs typeface="+mn-cs"/>
                        </a:rPr>
                        <a:t>:</a:t>
                      </a:r>
                    </a:p>
                    <a:p>
                      <a:pPr marL="0" marR="0" lvl="0" indent="0" algn="l" defTabSz="1007943" rtl="0" eaLnBrk="1" fontAlgn="auto" latinLnBrk="0" hangingPunct="1">
                        <a:lnSpc>
                          <a:spcPct val="100000"/>
                        </a:lnSpc>
                        <a:spcBef>
                          <a:spcPts val="0"/>
                        </a:spcBef>
                        <a:spcAft>
                          <a:spcPts val="0"/>
                        </a:spcAft>
                        <a:buClrTx/>
                        <a:buSzTx/>
                        <a:buFontTx/>
                        <a:buNone/>
                        <a:tabLst/>
                        <a:defRPr/>
                      </a:pPr>
                      <a:r>
                        <a:rPr lang="nl-NL" sz="1000" b="0" kern="1200" dirty="0">
                          <a:solidFill>
                            <a:srgbClr val="293A65"/>
                          </a:solidFill>
                          <a:latin typeface="+mn-lt"/>
                          <a:ea typeface="+mn-ea"/>
                          <a:cs typeface="+mn-cs"/>
                        </a:rPr>
                        <a:t>[OWNER TO BE INSERTED]</a:t>
                      </a:r>
                    </a:p>
                    <a:p>
                      <a:pPr algn="ctr"/>
                      <a:endParaRPr lang="nl-NL" sz="1000" b="0" kern="1200" dirty="0">
                        <a:solidFill>
                          <a:srgbClr val="293A65"/>
                        </a:solidFill>
                        <a:latin typeface="+mn-lt"/>
                        <a:ea typeface="+mn-ea"/>
                        <a:cs typeface="+mn-cs"/>
                      </a:endParaRPr>
                    </a:p>
                  </a:txBody>
                  <a:tcPr marL="90000" marR="90000" marT="90000" marB="9000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37993324"/>
                  </a:ext>
                </a:extLst>
              </a:tr>
            </a:tbl>
          </a:graphicData>
        </a:graphic>
      </p:graphicFrame>
      <p:sp>
        <p:nvSpPr>
          <p:cNvPr id="7" name="Text Placeholder 8">
            <a:hlinkClick r:id="rId2" action="ppaction://hlinksldjump"/>
            <a:extLst>
              <a:ext uri="{FF2B5EF4-FFF2-40B4-BE49-F238E27FC236}">
                <a16:creationId xmlns:a16="http://schemas.microsoft.com/office/drawing/2014/main" id="{6AE53693-CC58-F1D9-6CC5-32FDF9DA0D3E}"/>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10" name="Text Placeholder 9">
            <a:hlinkClick r:id="rId3" action="ppaction://hlinksldjump"/>
            <a:extLst>
              <a:ext uri="{FF2B5EF4-FFF2-40B4-BE49-F238E27FC236}">
                <a16:creationId xmlns:a16="http://schemas.microsoft.com/office/drawing/2014/main" id="{75F644FF-CFFF-6465-A7F6-596CBCEDDC1A}"/>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4" action="ppaction://hlinksldjump"/>
            <a:extLst>
              <a:ext uri="{FF2B5EF4-FFF2-40B4-BE49-F238E27FC236}">
                <a16:creationId xmlns:a16="http://schemas.microsoft.com/office/drawing/2014/main" id="{B71AB2BE-B31F-9242-8BD6-101DF39D67FE}"/>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16" name="Text Placeholder 12">
            <a:hlinkClick r:id="rId5" action="ppaction://hlinksldjump"/>
            <a:extLst>
              <a:ext uri="{FF2B5EF4-FFF2-40B4-BE49-F238E27FC236}">
                <a16:creationId xmlns:a16="http://schemas.microsoft.com/office/drawing/2014/main" id="{9DA7D168-908B-A4CE-271A-F46D67E2AC17}"/>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5" name="Text Placeholder 2">
            <a:hlinkClick r:id="rId6" action="ppaction://hlinksldjump"/>
            <a:extLst>
              <a:ext uri="{FF2B5EF4-FFF2-40B4-BE49-F238E27FC236}">
                <a16:creationId xmlns:a16="http://schemas.microsoft.com/office/drawing/2014/main" id="{7D32582A-36E3-345B-187E-11AFDCBFD05B}"/>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Tree>
    <p:extLst>
      <p:ext uri="{BB962C8B-B14F-4D97-AF65-F5344CB8AC3E}">
        <p14:creationId xmlns:p14="http://schemas.microsoft.com/office/powerpoint/2010/main" val="237886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BCB512-EB9E-580E-F2CD-C96E3E2FFD81}"/>
              </a:ext>
            </a:extLst>
          </p:cNvPr>
          <p:cNvSpPr>
            <a:spLocks noGrp="1"/>
          </p:cNvSpPr>
          <p:nvPr>
            <p:ph type="sldNum" sz="quarter" idx="12"/>
          </p:nvPr>
        </p:nvSpPr>
        <p:spPr/>
        <p:txBody>
          <a:bodyPr/>
          <a:lstStyle/>
          <a:p>
            <a:fld id="{9C5C683D-CEB1-4F30-9DF4-65B979347242}" type="slidenum">
              <a:rPr lang="en-US" smtClean="0"/>
              <a:pPr/>
              <a:t>14</a:t>
            </a:fld>
            <a:endParaRPr lang="en-US"/>
          </a:p>
        </p:txBody>
      </p:sp>
      <p:sp>
        <p:nvSpPr>
          <p:cNvPr id="7" name="Title 1">
            <a:extLst>
              <a:ext uri="{FF2B5EF4-FFF2-40B4-BE49-F238E27FC236}">
                <a16:creationId xmlns:a16="http://schemas.microsoft.com/office/drawing/2014/main" id="{3D6DB441-B544-DFCF-DF65-79EF95B2F4A3}"/>
              </a:ext>
            </a:extLst>
          </p:cNvPr>
          <p:cNvSpPr>
            <a:spLocks noGrp="1"/>
          </p:cNvSpPr>
          <p:nvPr>
            <p:ph type="title"/>
          </p:nvPr>
        </p:nvSpPr>
        <p:spPr>
          <a:xfrm>
            <a:off x="838201" y="365130"/>
            <a:ext cx="8591549" cy="617530"/>
          </a:xfrm>
        </p:spPr>
        <p:txBody>
          <a:bodyPr>
            <a:normAutofit/>
          </a:bodyPr>
          <a:lstStyle/>
          <a:p>
            <a:r>
              <a:rPr lang="en-US" dirty="0">
                <a:latin typeface="+mn-lt"/>
              </a:rPr>
              <a:t>Other remarks</a:t>
            </a:r>
          </a:p>
        </p:txBody>
      </p:sp>
      <p:sp>
        <p:nvSpPr>
          <p:cNvPr id="29" name="Text Placeholder 2">
            <a:hlinkClick r:id="rId2" action="ppaction://hlinksldjump"/>
            <a:extLst>
              <a:ext uri="{FF2B5EF4-FFF2-40B4-BE49-F238E27FC236}">
                <a16:creationId xmlns:a16="http://schemas.microsoft.com/office/drawing/2014/main" id="{4FFBD2D2-47DD-6E74-EEEA-3F8D4B0A356E}"/>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
        <p:nvSpPr>
          <p:cNvPr id="2" name="TextBox 1">
            <a:extLst>
              <a:ext uri="{FF2B5EF4-FFF2-40B4-BE49-F238E27FC236}">
                <a16:creationId xmlns:a16="http://schemas.microsoft.com/office/drawing/2014/main" id="{E396AD68-6382-21F7-7E05-1653C7A38317}"/>
              </a:ext>
            </a:extLst>
          </p:cNvPr>
          <p:cNvSpPr txBox="1"/>
          <p:nvPr/>
        </p:nvSpPr>
        <p:spPr bwMode="gray">
          <a:xfrm>
            <a:off x="838201" y="1253186"/>
            <a:ext cx="9862995" cy="246221"/>
          </a:xfrm>
          <a:prstGeom prst="rect">
            <a:avLst/>
          </a:prstGeom>
          <a:noFill/>
        </p:spPr>
        <p:txBody>
          <a:bodyPr wrap="square">
            <a:spAutoFit/>
          </a:bodyPr>
          <a:lstStyle/>
          <a:p>
            <a:r>
              <a:rPr lang="en-US" sz="1000" dirty="0">
                <a:solidFill>
                  <a:srgbClr val="293A65"/>
                </a:solidFill>
              </a:rPr>
              <a:t>During our audit we encountered several observations that can be considered as elements that were not directly related to our scope. We have listed them below: </a:t>
            </a:r>
          </a:p>
        </p:txBody>
      </p:sp>
      <p:graphicFrame>
        <p:nvGraphicFramePr>
          <p:cNvPr id="5" name="Table 5">
            <a:extLst>
              <a:ext uri="{FF2B5EF4-FFF2-40B4-BE49-F238E27FC236}">
                <a16:creationId xmlns:a16="http://schemas.microsoft.com/office/drawing/2014/main" id="{832C7EEC-9946-35A3-488F-F613767878DF}"/>
              </a:ext>
            </a:extLst>
          </p:cNvPr>
          <p:cNvGraphicFramePr>
            <a:graphicFrameLocks noGrp="1"/>
          </p:cNvGraphicFramePr>
          <p:nvPr>
            <p:extLst>
              <p:ext uri="{D42A27DB-BD31-4B8C-83A1-F6EECF244321}">
                <p14:modId xmlns:p14="http://schemas.microsoft.com/office/powerpoint/2010/main" val="3102290949"/>
              </p:ext>
            </p:extLst>
          </p:nvPr>
        </p:nvGraphicFramePr>
        <p:xfrm>
          <a:off x="1764762" y="1724807"/>
          <a:ext cx="9207772" cy="4602365"/>
        </p:xfrm>
        <a:graphic>
          <a:graphicData uri="http://schemas.openxmlformats.org/drawingml/2006/table">
            <a:tbl>
              <a:tblPr firstRow="1" bandRow="1">
                <a:tableStyleId>{69CF1AB2-1976-4502-BF36-3FF5EA218861}</a:tableStyleId>
              </a:tblPr>
              <a:tblGrid>
                <a:gridCol w="1540901">
                  <a:extLst>
                    <a:ext uri="{9D8B030D-6E8A-4147-A177-3AD203B41FA5}">
                      <a16:colId xmlns:a16="http://schemas.microsoft.com/office/drawing/2014/main" val="2362793043"/>
                    </a:ext>
                  </a:extLst>
                </a:gridCol>
                <a:gridCol w="1707658">
                  <a:extLst>
                    <a:ext uri="{9D8B030D-6E8A-4147-A177-3AD203B41FA5}">
                      <a16:colId xmlns:a16="http://schemas.microsoft.com/office/drawing/2014/main" val="3795085359"/>
                    </a:ext>
                  </a:extLst>
                </a:gridCol>
                <a:gridCol w="5959213">
                  <a:extLst>
                    <a:ext uri="{9D8B030D-6E8A-4147-A177-3AD203B41FA5}">
                      <a16:colId xmlns:a16="http://schemas.microsoft.com/office/drawing/2014/main" val="1192595867"/>
                    </a:ext>
                  </a:extLst>
                </a:gridCol>
              </a:tblGrid>
              <a:tr h="920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kern="1200">
                          <a:solidFill>
                            <a:srgbClr val="293A65"/>
                          </a:solidFill>
                          <a:latin typeface="+mn-lt"/>
                          <a:ea typeface="+mn-ea"/>
                          <a:cs typeface="+mn-cs"/>
                        </a:rPr>
                        <a:t>[OTHER REMARKS]</a:t>
                      </a:r>
                      <a:endParaRPr lang="en-US" sz="1000"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69863" indent="-169863">
                        <a:buFont typeface="Arial" panose="020B0604020202020204" pitchFamily="34" charset="0"/>
                        <a:buChar char="•"/>
                      </a:pPr>
                      <a:endParaRPr lang="en-US" sz="1000" b="0"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83954811"/>
                  </a:ext>
                </a:extLst>
              </a:tr>
              <a:tr h="920473">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02016994"/>
                  </a:ext>
                </a:extLst>
              </a:tr>
              <a:tr h="920473">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2210611"/>
                  </a:ext>
                </a:extLst>
              </a:tr>
              <a:tr h="920473">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endParaRPr lang="en-US" sz="1000"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79980075"/>
                  </a:ext>
                </a:extLst>
              </a:tr>
              <a:tr h="920473">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0" b="1" kern="120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171450" indent="-171450">
                        <a:buFont typeface="Arial" panose="020B0604020202020204" pitchFamily="34" charset="0"/>
                        <a:buChar char="•"/>
                      </a:pPr>
                      <a:endParaRPr lang="en-US" sz="1000" kern="1200" dirty="0">
                        <a:solidFill>
                          <a:srgbClr val="293A65"/>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3244597"/>
                  </a:ext>
                </a:extLst>
              </a:tr>
            </a:tbl>
          </a:graphicData>
        </a:graphic>
      </p:graphicFrame>
      <p:sp>
        <p:nvSpPr>
          <p:cNvPr id="12" name="Text Placeholder 11">
            <a:extLst>
              <a:ext uri="{FF2B5EF4-FFF2-40B4-BE49-F238E27FC236}">
                <a16:creationId xmlns:a16="http://schemas.microsoft.com/office/drawing/2014/main" id="{1F7904FD-EEB3-792D-D370-4A76406F3D03}"/>
              </a:ext>
            </a:extLst>
          </p:cNvPr>
          <p:cNvSpPr txBox="1">
            <a:spLocks/>
          </p:cNvSpPr>
          <p:nvPr/>
        </p:nvSpPr>
        <p:spPr>
          <a:xfrm>
            <a:off x="8134930" y="6477676"/>
            <a:ext cx="2016724" cy="374903"/>
          </a:xfrm>
          <a:prstGeom prst="rect">
            <a:avLst/>
          </a:prstGeo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Findings and recommendations</a:t>
            </a:r>
          </a:p>
        </p:txBody>
      </p:sp>
      <p:sp>
        <p:nvSpPr>
          <p:cNvPr id="4" name="Text Placeholder 8">
            <a:hlinkClick r:id="rId3" action="ppaction://hlinksldjump"/>
            <a:extLst>
              <a:ext uri="{FF2B5EF4-FFF2-40B4-BE49-F238E27FC236}">
                <a16:creationId xmlns:a16="http://schemas.microsoft.com/office/drawing/2014/main" id="{1BF36EEB-0881-E6B4-0233-5D743BBB9D8D}"/>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6" name="Text Placeholder 9">
            <a:hlinkClick r:id="rId4" action="ppaction://hlinksldjump"/>
            <a:extLst>
              <a:ext uri="{FF2B5EF4-FFF2-40B4-BE49-F238E27FC236}">
                <a16:creationId xmlns:a16="http://schemas.microsoft.com/office/drawing/2014/main" id="{36C56D04-FE97-CD13-3325-37EC253F14C8}"/>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8" name="Text Placeholder 10">
            <a:hlinkClick r:id="rId5" action="ppaction://hlinksldjump"/>
            <a:extLst>
              <a:ext uri="{FF2B5EF4-FFF2-40B4-BE49-F238E27FC236}">
                <a16:creationId xmlns:a16="http://schemas.microsoft.com/office/drawing/2014/main" id="{627371F6-1CAC-1654-CF2B-CA1C6457E01A}"/>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
        <p:nvSpPr>
          <p:cNvPr id="9" name="Text Placeholder 12">
            <a:hlinkClick r:id="rId6" action="ppaction://hlinksldjump"/>
            <a:extLst>
              <a:ext uri="{FF2B5EF4-FFF2-40B4-BE49-F238E27FC236}">
                <a16:creationId xmlns:a16="http://schemas.microsoft.com/office/drawing/2014/main" id="{E90768B6-7E60-F392-BF9D-1D6E0D97BF78}"/>
              </a:ext>
            </a:extLst>
          </p:cNvPr>
          <p:cNvSpPr txBox="1">
            <a:spLocks/>
          </p:cNvSpPr>
          <p:nvPr/>
        </p:nvSpPr>
        <p:spPr>
          <a:xfrm>
            <a:off x="1016346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Tree>
    <p:extLst>
      <p:ext uri="{BB962C8B-B14F-4D97-AF65-F5344CB8AC3E}">
        <p14:creationId xmlns:p14="http://schemas.microsoft.com/office/powerpoint/2010/main" val="1597218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BCB512-EB9E-580E-F2CD-C96E3E2FFD81}"/>
              </a:ext>
            </a:extLst>
          </p:cNvPr>
          <p:cNvSpPr>
            <a:spLocks noGrp="1"/>
          </p:cNvSpPr>
          <p:nvPr>
            <p:ph type="sldNum" sz="quarter" idx="12"/>
          </p:nvPr>
        </p:nvSpPr>
        <p:spPr/>
        <p:txBody>
          <a:bodyPr/>
          <a:lstStyle/>
          <a:p>
            <a:fld id="{9C5C683D-CEB1-4F30-9DF4-65B979347242}" type="slidenum">
              <a:rPr lang="en-US" smtClean="0"/>
              <a:pPr/>
              <a:t>15</a:t>
            </a:fld>
            <a:endParaRPr lang="en-US"/>
          </a:p>
        </p:txBody>
      </p:sp>
      <p:sp>
        <p:nvSpPr>
          <p:cNvPr id="29" name="Text Placeholder 2">
            <a:hlinkClick r:id="rId2" action="ppaction://hlinksldjump"/>
            <a:extLst>
              <a:ext uri="{FF2B5EF4-FFF2-40B4-BE49-F238E27FC236}">
                <a16:creationId xmlns:a16="http://schemas.microsoft.com/office/drawing/2014/main" id="{4FFBD2D2-47DD-6E74-EEEA-3F8D4B0A356E}"/>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
        <p:nvSpPr>
          <p:cNvPr id="33" name="Text Placeholder 11">
            <a:hlinkClick r:id="rId3" action="ppaction://hlinksldjump"/>
            <a:extLst>
              <a:ext uri="{FF2B5EF4-FFF2-40B4-BE49-F238E27FC236}">
                <a16:creationId xmlns:a16="http://schemas.microsoft.com/office/drawing/2014/main" id="{02CB0581-5D40-3AD7-7E62-0059A1B638C6}"/>
              </a:ext>
            </a:extLst>
          </p:cNvPr>
          <p:cNvSpPr txBox="1">
            <a:spLocks/>
          </p:cNvSpPr>
          <p:nvPr/>
        </p:nvSpPr>
        <p:spPr>
          <a:xfrm>
            <a:off x="8134930" y="6477676"/>
            <a:ext cx="2016724" cy="374903"/>
          </a:xfrm>
          <a:prstGeom prst="rect">
            <a:avLst/>
          </a:prstGeom>
          <a:noFill/>
          <a:ln w="3175">
            <a:solidFill>
              <a:schemeClr val="bg1"/>
            </a:solidFill>
          </a:ln>
        </p:spPr>
        <p:txBody>
          <a:bodyPr vert="horz" lIns="91440" tIns="45720" rIns="91440" bIns="45720" rtlCol="0" anchor="ctr">
            <a:normAutofit/>
          </a:bodyPr>
          <a:lstStyle>
            <a:lvl1pPr indent="0" algn="ctr">
              <a:lnSpc>
                <a:spcPct val="90000"/>
              </a:lnSpc>
              <a:spcBef>
                <a:spcPts val="1000"/>
              </a:spcBef>
              <a:buFont typeface="Arial" panose="020B0604020202020204" pitchFamily="34" charset="0"/>
              <a:buNone/>
              <a:defRPr lang="en-US" sz="1000" b="1" dirty="0">
                <a:solidFill>
                  <a:schemeClr val="bg1"/>
                </a:solidFill>
              </a:defRPr>
            </a:lvl1pPr>
            <a:lvl2pPr marL="685800" indent="-228600">
              <a:lnSpc>
                <a:spcPct val="90000"/>
              </a:lnSpc>
              <a:spcBef>
                <a:spcPts val="500"/>
              </a:spcBef>
              <a:buFont typeface="Arial" panose="020B0604020202020204" pitchFamily="34" charset="0"/>
              <a:buChar char="•"/>
              <a:defRPr sz="2400">
                <a:solidFill>
                  <a:schemeClr val="lt1"/>
                </a:solidFill>
              </a:defRPr>
            </a:lvl2pPr>
            <a:lvl3pPr marL="1143000" indent="-228600">
              <a:lnSpc>
                <a:spcPct val="90000"/>
              </a:lnSpc>
              <a:spcBef>
                <a:spcPts val="500"/>
              </a:spcBef>
              <a:buFont typeface="Arial" panose="020B0604020202020204" pitchFamily="34" charset="0"/>
              <a:buChar char="•"/>
              <a:defRPr sz="2000">
                <a:solidFill>
                  <a:schemeClr val="lt1"/>
                </a:solidFill>
              </a:defRPr>
            </a:lvl3pPr>
            <a:lvl4pPr marL="1600200" indent="-228600">
              <a:lnSpc>
                <a:spcPct val="90000"/>
              </a:lnSpc>
              <a:spcBef>
                <a:spcPts val="500"/>
              </a:spcBef>
              <a:buFont typeface="Arial" panose="020B0604020202020204" pitchFamily="34" charset="0"/>
              <a:buChar char="•"/>
              <a:defRPr>
                <a:solidFill>
                  <a:schemeClr val="lt1"/>
                </a:solidFill>
              </a:defRPr>
            </a:lvl4pPr>
            <a:lvl5pPr marL="2057400" indent="-228600">
              <a:lnSpc>
                <a:spcPct val="90000"/>
              </a:lnSpc>
              <a:spcBef>
                <a:spcPts val="500"/>
              </a:spcBef>
              <a:buFont typeface="Arial" panose="020B0604020202020204" pitchFamily="34" charset="0"/>
              <a:buChar char="•"/>
              <a:defRPr>
                <a:solidFill>
                  <a:schemeClr val="lt1"/>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r>
              <a:rPr lang="en-US"/>
              <a:t>Findings and recommendations</a:t>
            </a:r>
          </a:p>
        </p:txBody>
      </p:sp>
      <p:sp>
        <p:nvSpPr>
          <p:cNvPr id="34" name="Text Placeholder 12">
            <a:extLst>
              <a:ext uri="{FF2B5EF4-FFF2-40B4-BE49-F238E27FC236}">
                <a16:creationId xmlns:a16="http://schemas.microsoft.com/office/drawing/2014/main" id="{BCEACFA8-9709-833A-A1AC-AEABA67CFF60}"/>
              </a:ext>
            </a:extLst>
          </p:cNvPr>
          <p:cNvSpPr txBox="1">
            <a:spLocks/>
          </p:cNvSpPr>
          <p:nvPr/>
        </p:nvSpPr>
        <p:spPr>
          <a:xfrm>
            <a:off x="10163465" y="6477676"/>
            <a:ext cx="2016724" cy="374903"/>
          </a:xfrm>
          <a:prstGeom prst="rect">
            <a:avLst/>
          </a:prstGeo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5" name="TextBox 4">
            <a:extLst>
              <a:ext uri="{FF2B5EF4-FFF2-40B4-BE49-F238E27FC236}">
                <a16:creationId xmlns:a16="http://schemas.microsoft.com/office/drawing/2014/main" id="{A8BAC719-06B1-7A16-AFA5-9AEDFECBB3DA}"/>
              </a:ext>
            </a:extLst>
          </p:cNvPr>
          <p:cNvSpPr txBox="1"/>
          <p:nvPr/>
        </p:nvSpPr>
        <p:spPr>
          <a:xfrm>
            <a:off x="1360827" y="1405506"/>
            <a:ext cx="2581274" cy="1285875"/>
          </a:xfrm>
          <a:prstGeom prst="rect">
            <a:avLst/>
          </a:prstGeom>
        </p:spPr>
        <p:txBody>
          <a:bodyPr vert="horz" wrap="square" lIns="91440" tIns="45720" rIns="91440" bIns="45720" rtlCol="0" anchor="t" anchorCtr="0">
            <a:normAutofit/>
          </a:bodyPr>
          <a:lstStyle/>
          <a:p>
            <a:pPr marL="342900" indent="-342900">
              <a:buFont typeface="+mj-lt"/>
              <a:buAutoNum type="alphaUcPeriod"/>
            </a:pPr>
            <a:r>
              <a:rPr lang="en-US" dirty="0">
                <a:solidFill>
                  <a:srgbClr val="293A65"/>
                </a:solidFill>
                <a:hlinkClick r:id="rId4" action="ppaction://hlinksldjump">
                  <a:extLst>
                    <a:ext uri="{A12FA001-AC4F-418D-AE19-62706E023703}">
                      <ahyp:hlinkClr xmlns:ahyp="http://schemas.microsoft.com/office/drawing/2018/hyperlinkcolor" val="tx"/>
                    </a:ext>
                  </a:extLst>
                </a:hlinkClick>
              </a:rPr>
              <a:t>Interview list</a:t>
            </a:r>
            <a:endParaRPr lang="en-US" dirty="0">
              <a:solidFill>
                <a:srgbClr val="293A65"/>
              </a:solidFill>
            </a:endParaRPr>
          </a:p>
          <a:p>
            <a:pPr marL="342900" indent="-342900">
              <a:buFont typeface="+mj-lt"/>
              <a:buAutoNum type="alphaUcPeriod"/>
            </a:pPr>
            <a:r>
              <a:rPr lang="en-US" dirty="0">
                <a:solidFill>
                  <a:srgbClr val="293A65"/>
                </a:solidFill>
                <a:hlinkClick r:id="rId5" action="ppaction://hlinksldjump">
                  <a:extLst>
                    <a:ext uri="{A12FA001-AC4F-418D-AE19-62706E023703}">
                      <ahyp:hlinkClr xmlns:ahyp="http://schemas.microsoft.com/office/drawing/2018/hyperlinkcolor" val="tx"/>
                    </a:ext>
                  </a:extLst>
                </a:hlinkClick>
              </a:rPr>
              <a:t>Distribution list</a:t>
            </a:r>
            <a:endParaRPr lang="en-US" dirty="0">
              <a:solidFill>
                <a:srgbClr val="293A65"/>
              </a:solidFill>
            </a:endParaRPr>
          </a:p>
        </p:txBody>
      </p:sp>
      <p:sp>
        <p:nvSpPr>
          <p:cNvPr id="6" name="Title 5">
            <a:extLst>
              <a:ext uri="{FF2B5EF4-FFF2-40B4-BE49-F238E27FC236}">
                <a16:creationId xmlns:a16="http://schemas.microsoft.com/office/drawing/2014/main" id="{4B04FE4D-20B0-E5FF-2379-BD1ACF241ECF}"/>
              </a:ext>
            </a:extLst>
          </p:cNvPr>
          <p:cNvSpPr>
            <a:spLocks noGrp="1"/>
          </p:cNvSpPr>
          <p:nvPr>
            <p:ph type="title"/>
          </p:nvPr>
        </p:nvSpPr>
        <p:spPr/>
        <p:txBody>
          <a:bodyPr/>
          <a:lstStyle/>
          <a:p>
            <a:r>
              <a:rPr lang="en-US"/>
              <a:t>Appendices</a:t>
            </a:r>
          </a:p>
        </p:txBody>
      </p:sp>
      <p:pic>
        <p:nvPicPr>
          <p:cNvPr id="8" name="Picture Placeholder 35" descr="Paperclip outline">
            <a:hlinkClick r:id="rId6" action="ppaction://hlinksldjump"/>
            <a:extLst>
              <a:ext uri="{FF2B5EF4-FFF2-40B4-BE49-F238E27FC236}">
                <a16:creationId xmlns:a16="http://schemas.microsoft.com/office/drawing/2014/main" id="{84FD9D82-0BA0-E37A-8C98-D699266785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rot="2517532">
            <a:off x="514002" y="1392306"/>
            <a:ext cx="1000530" cy="1000530"/>
          </a:xfrm>
          <a:prstGeom prst="rect">
            <a:avLst/>
          </a:prstGeom>
        </p:spPr>
      </p:pic>
      <p:sp>
        <p:nvSpPr>
          <p:cNvPr id="2" name="Text Placeholder 8">
            <a:hlinkClick r:id="rId8" action="ppaction://hlinksldjump"/>
            <a:extLst>
              <a:ext uri="{FF2B5EF4-FFF2-40B4-BE49-F238E27FC236}">
                <a16:creationId xmlns:a16="http://schemas.microsoft.com/office/drawing/2014/main" id="{F6D5A3F2-5B95-DC2D-1875-3D915F4892F7}"/>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4" name="Text Placeholder 9">
            <a:hlinkClick r:id="rId9" action="ppaction://hlinksldjump"/>
            <a:extLst>
              <a:ext uri="{FF2B5EF4-FFF2-40B4-BE49-F238E27FC236}">
                <a16:creationId xmlns:a16="http://schemas.microsoft.com/office/drawing/2014/main" id="{F5D67A8A-30FF-C993-6213-906DB87F92FB}"/>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7" name="Text Placeholder 10">
            <a:hlinkClick r:id="rId10" action="ppaction://hlinksldjump"/>
            <a:extLst>
              <a:ext uri="{FF2B5EF4-FFF2-40B4-BE49-F238E27FC236}">
                <a16:creationId xmlns:a16="http://schemas.microsoft.com/office/drawing/2014/main" id="{42B081DB-7CCE-25B9-71C1-0A17F89D796A}"/>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Tree>
    <p:extLst>
      <p:ext uri="{BB962C8B-B14F-4D97-AF65-F5344CB8AC3E}">
        <p14:creationId xmlns:p14="http://schemas.microsoft.com/office/powerpoint/2010/main" val="471377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BCB512-EB9E-580E-F2CD-C96E3E2FFD81}"/>
              </a:ext>
            </a:extLst>
          </p:cNvPr>
          <p:cNvSpPr>
            <a:spLocks noGrp="1"/>
          </p:cNvSpPr>
          <p:nvPr>
            <p:ph type="sldNum" sz="quarter" idx="12"/>
          </p:nvPr>
        </p:nvSpPr>
        <p:spPr/>
        <p:txBody>
          <a:bodyPr/>
          <a:lstStyle/>
          <a:p>
            <a:fld id="{9C5C683D-CEB1-4F30-9DF4-65B979347242}" type="slidenum">
              <a:rPr lang="en-US" smtClean="0"/>
              <a:pPr/>
              <a:t>16</a:t>
            </a:fld>
            <a:endParaRPr lang="en-US"/>
          </a:p>
        </p:txBody>
      </p:sp>
      <p:sp>
        <p:nvSpPr>
          <p:cNvPr id="7" name="Title 1">
            <a:extLst>
              <a:ext uri="{FF2B5EF4-FFF2-40B4-BE49-F238E27FC236}">
                <a16:creationId xmlns:a16="http://schemas.microsoft.com/office/drawing/2014/main" id="{3D6DB441-B544-DFCF-DF65-79EF95B2F4A3}"/>
              </a:ext>
            </a:extLst>
          </p:cNvPr>
          <p:cNvSpPr>
            <a:spLocks noGrp="1"/>
          </p:cNvSpPr>
          <p:nvPr>
            <p:ph type="title"/>
          </p:nvPr>
        </p:nvSpPr>
        <p:spPr>
          <a:xfrm>
            <a:off x="838201" y="365130"/>
            <a:ext cx="8591549" cy="617530"/>
          </a:xfrm>
        </p:spPr>
        <p:txBody>
          <a:bodyPr>
            <a:normAutofit/>
          </a:bodyPr>
          <a:lstStyle/>
          <a:p>
            <a:r>
              <a:rPr lang="en-US">
                <a:latin typeface="+mn-lt"/>
              </a:rPr>
              <a:t>A. Interview list </a:t>
            </a:r>
          </a:p>
        </p:txBody>
      </p:sp>
      <p:sp>
        <p:nvSpPr>
          <p:cNvPr id="29" name="Text Placeholder 2">
            <a:hlinkClick r:id="rId2" action="ppaction://hlinksldjump"/>
            <a:extLst>
              <a:ext uri="{FF2B5EF4-FFF2-40B4-BE49-F238E27FC236}">
                <a16:creationId xmlns:a16="http://schemas.microsoft.com/office/drawing/2014/main" id="{4FFBD2D2-47DD-6E74-EEEA-3F8D4B0A356E}"/>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
        <p:nvSpPr>
          <p:cNvPr id="33" name="Text Placeholder 11">
            <a:hlinkClick r:id="rId3" action="ppaction://hlinksldjump"/>
            <a:extLst>
              <a:ext uri="{FF2B5EF4-FFF2-40B4-BE49-F238E27FC236}">
                <a16:creationId xmlns:a16="http://schemas.microsoft.com/office/drawing/2014/main" id="{02CB0581-5D40-3AD7-7E62-0059A1B638C6}"/>
              </a:ext>
            </a:extLst>
          </p:cNvPr>
          <p:cNvSpPr txBox="1">
            <a:spLocks/>
          </p:cNvSpPr>
          <p:nvPr/>
        </p:nvSpPr>
        <p:spPr>
          <a:xfrm>
            <a:off x="8134930" y="6477676"/>
            <a:ext cx="2016724" cy="374903"/>
          </a:xfrm>
          <a:prstGeom prst="rect">
            <a:avLst/>
          </a:prstGeom>
          <a:noFill/>
          <a:ln w="3175">
            <a:solidFill>
              <a:schemeClr val="bg1"/>
            </a:solidFill>
          </a:ln>
        </p:spPr>
        <p:txBody>
          <a:bodyPr vert="horz" lIns="91440" tIns="45720" rIns="91440" bIns="45720" rtlCol="0" anchor="ctr">
            <a:normAutofit/>
          </a:bodyPr>
          <a:lstStyle>
            <a:lvl1pPr indent="0" algn="ctr">
              <a:lnSpc>
                <a:spcPct val="90000"/>
              </a:lnSpc>
              <a:spcBef>
                <a:spcPts val="1000"/>
              </a:spcBef>
              <a:buFont typeface="Arial" panose="020B0604020202020204" pitchFamily="34" charset="0"/>
              <a:buNone/>
              <a:defRPr lang="en-US" sz="1000" b="1" dirty="0">
                <a:solidFill>
                  <a:schemeClr val="bg1"/>
                </a:solidFill>
              </a:defRPr>
            </a:lvl1pPr>
            <a:lvl2pPr marL="685800" indent="-228600">
              <a:lnSpc>
                <a:spcPct val="90000"/>
              </a:lnSpc>
              <a:spcBef>
                <a:spcPts val="500"/>
              </a:spcBef>
              <a:buFont typeface="Arial" panose="020B0604020202020204" pitchFamily="34" charset="0"/>
              <a:buChar char="•"/>
              <a:defRPr sz="2400">
                <a:solidFill>
                  <a:schemeClr val="lt1"/>
                </a:solidFill>
              </a:defRPr>
            </a:lvl2pPr>
            <a:lvl3pPr marL="1143000" indent="-228600">
              <a:lnSpc>
                <a:spcPct val="90000"/>
              </a:lnSpc>
              <a:spcBef>
                <a:spcPts val="500"/>
              </a:spcBef>
              <a:buFont typeface="Arial" panose="020B0604020202020204" pitchFamily="34" charset="0"/>
              <a:buChar char="•"/>
              <a:defRPr sz="2000">
                <a:solidFill>
                  <a:schemeClr val="lt1"/>
                </a:solidFill>
              </a:defRPr>
            </a:lvl3pPr>
            <a:lvl4pPr marL="1600200" indent="-228600">
              <a:lnSpc>
                <a:spcPct val="90000"/>
              </a:lnSpc>
              <a:spcBef>
                <a:spcPts val="500"/>
              </a:spcBef>
              <a:buFont typeface="Arial" panose="020B0604020202020204" pitchFamily="34" charset="0"/>
              <a:buChar char="•"/>
              <a:defRPr>
                <a:solidFill>
                  <a:schemeClr val="lt1"/>
                </a:solidFill>
              </a:defRPr>
            </a:lvl4pPr>
            <a:lvl5pPr marL="2057400" indent="-228600">
              <a:lnSpc>
                <a:spcPct val="90000"/>
              </a:lnSpc>
              <a:spcBef>
                <a:spcPts val="500"/>
              </a:spcBef>
              <a:buFont typeface="Arial" panose="020B0604020202020204" pitchFamily="34" charset="0"/>
              <a:buChar char="•"/>
              <a:defRPr>
                <a:solidFill>
                  <a:schemeClr val="lt1"/>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r>
              <a:rPr lang="en-US"/>
              <a:t>Findings and recommendations</a:t>
            </a:r>
          </a:p>
        </p:txBody>
      </p:sp>
      <p:sp>
        <p:nvSpPr>
          <p:cNvPr id="34" name="Text Placeholder 12">
            <a:hlinkClick r:id="rId4" action="ppaction://hlinksldjump"/>
            <a:extLst>
              <a:ext uri="{FF2B5EF4-FFF2-40B4-BE49-F238E27FC236}">
                <a16:creationId xmlns:a16="http://schemas.microsoft.com/office/drawing/2014/main" id="{BCEACFA8-9709-833A-A1AC-AEABA67CFF60}"/>
              </a:ext>
            </a:extLst>
          </p:cNvPr>
          <p:cNvSpPr txBox="1">
            <a:spLocks/>
          </p:cNvSpPr>
          <p:nvPr/>
        </p:nvSpPr>
        <p:spPr>
          <a:xfrm>
            <a:off x="10163465" y="6477676"/>
            <a:ext cx="2016724" cy="374903"/>
          </a:xfrm>
          <a:prstGeom prst="rect">
            <a:avLst/>
          </a:prstGeo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graphicFrame>
        <p:nvGraphicFramePr>
          <p:cNvPr id="2" name="Tableau 5">
            <a:extLst>
              <a:ext uri="{FF2B5EF4-FFF2-40B4-BE49-F238E27FC236}">
                <a16:creationId xmlns:a16="http://schemas.microsoft.com/office/drawing/2014/main" id="{AFDDD0DF-EB11-8D2D-4FF4-8000FB6C18D6}"/>
              </a:ext>
            </a:extLst>
          </p:cNvPr>
          <p:cNvGraphicFramePr>
            <a:graphicFrameLocks noGrp="1"/>
          </p:cNvGraphicFramePr>
          <p:nvPr>
            <p:extLst>
              <p:ext uri="{D42A27DB-BD31-4B8C-83A1-F6EECF244321}">
                <p14:modId xmlns:p14="http://schemas.microsoft.com/office/powerpoint/2010/main" val="1215975552"/>
              </p:ext>
            </p:extLst>
          </p:nvPr>
        </p:nvGraphicFramePr>
        <p:xfrm>
          <a:off x="869348" y="1439100"/>
          <a:ext cx="10103186" cy="231632"/>
        </p:xfrm>
        <a:graphic>
          <a:graphicData uri="http://schemas.openxmlformats.org/drawingml/2006/table">
            <a:tbl>
              <a:tblPr firstRow="1" bandRow="1">
                <a:tableStyleId>{69012ECD-51FC-41F1-AA8D-1B2483CD663E}</a:tableStyleId>
              </a:tblPr>
              <a:tblGrid>
                <a:gridCol w="10103186">
                  <a:extLst>
                    <a:ext uri="{9D8B030D-6E8A-4147-A177-3AD203B41FA5}">
                      <a16:colId xmlns:a16="http://schemas.microsoft.com/office/drawing/2014/main" val="3865035263"/>
                    </a:ext>
                  </a:extLst>
                </a:gridCol>
              </a:tblGrid>
              <a:tr h="207088">
                <a:tc>
                  <a:txBody>
                    <a:bodyPr/>
                    <a:lstStyle/>
                    <a:p>
                      <a:pPr algn="l"/>
                      <a:r>
                        <a:rPr lang="en-US" sz="1000" b="1" kern="1200" noProof="0">
                          <a:solidFill>
                            <a:schemeClr val="bg1"/>
                          </a:solidFill>
                          <a:latin typeface="+mn-lt"/>
                          <a:ea typeface="+mn-ea"/>
                          <a:cs typeface="+mn-cs"/>
                        </a:rPr>
                        <a:t>Company        Name                                           Function                                                                            Dep. Code</a:t>
                      </a:r>
                    </a:p>
                  </a:txBody>
                  <a:tcPr marL="79234" marR="79234" marT="39616" marB="39616" anchor="ctr">
                    <a:lnL w="9525" cap="flat" cmpd="sng" algn="ctr">
                      <a:noFill/>
                      <a:prstDash val="sysDash"/>
                      <a:round/>
                      <a:headEnd type="none" w="med" len="med"/>
                      <a:tailEnd type="none" w="med" len="med"/>
                    </a:lnL>
                    <a:lnR w="9525" cap="flat" cmpd="sng" algn="ctr">
                      <a:noFill/>
                      <a:prstDash val="sysDash"/>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100000">
                          <a:srgbClr val="0000B9"/>
                        </a:gs>
                        <a:gs pos="0">
                          <a:srgbClr val="009EE3"/>
                        </a:gs>
                      </a:gsLst>
                      <a:lin ang="10800000" scaled="1"/>
                      <a:tileRect/>
                    </a:gradFill>
                  </a:tcPr>
                </a:tc>
                <a:extLst>
                  <a:ext uri="{0D108BD9-81ED-4DB2-BD59-A6C34878D82A}">
                    <a16:rowId xmlns:a16="http://schemas.microsoft.com/office/drawing/2014/main" val="2975802639"/>
                  </a:ext>
                </a:extLst>
              </a:tr>
            </a:tbl>
          </a:graphicData>
        </a:graphic>
      </p:graphicFrame>
      <p:graphicFrame>
        <p:nvGraphicFramePr>
          <p:cNvPr id="5" name="Table 5">
            <a:extLst>
              <a:ext uri="{FF2B5EF4-FFF2-40B4-BE49-F238E27FC236}">
                <a16:creationId xmlns:a16="http://schemas.microsoft.com/office/drawing/2014/main" id="{6F041DDC-40F0-562D-5AF2-00DFDA462DEC}"/>
              </a:ext>
            </a:extLst>
          </p:cNvPr>
          <p:cNvGraphicFramePr>
            <a:graphicFrameLocks noGrp="1"/>
          </p:cNvGraphicFramePr>
          <p:nvPr>
            <p:extLst>
              <p:ext uri="{D42A27DB-BD31-4B8C-83A1-F6EECF244321}">
                <p14:modId xmlns:p14="http://schemas.microsoft.com/office/powerpoint/2010/main" val="2765677379"/>
              </p:ext>
            </p:extLst>
          </p:nvPr>
        </p:nvGraphicFramePr>
        <p:xfrm>
          <a:off x="869347" y="1670732"/>
          <a:ext cx="10103184" cy="1950720"/>
        </p:xfrm>
        <a:graphic>
          <a:graphicData uri="http://schemas.openxmlformats.org/drawingml/2006/table">
            <a:tbl>
              <a:tblPr bandRow="1">
                <a:tableStyleId>{5A111915-BE36-4E01-A7E5-04B1672EAD32}</a:tableStyleId>
              </a:tblPr>
              <a:tblGrid>
                <a:gridCol w="832993">
                  <a:extLst>
                    <a:ext uri="{9D8B030D-6E8A-4147-A177-3AD203B41FA5}">
                      <a16:colId xmlns:a16="http://schemas.microsoft.com/office/drawing/2014/main" val="3026589576"/>
                    </a:ext>
                  </a:extLst>
                </a:gridCol>
                <a:gridCol w="1867711">
                  <a:extLst>
                    <a:ext uri="{9D8B030D-6E8A-4147-A177-3AD203B41FA5}">
                      <a16:colId xmlns:a16="http://schemas.microsoft.com/office/drawing/2014/main" val="370804248"/>
                    </a:ext>
                  </a:extLst>
                </a:gridCol>
                <a:gridCol w="3161489">
                  <a:extLst>
                    <a:ext uri="{9D8B030D-6E8A-4147-A177-3AD203B41FA5}">
                      <a16:colId xmlns:a16="http://schemas.microsoft.com/office/drawing/2014/main" val="3577876235"/>
                    </a:ext>
                  </a:extLst>
                </a:gridCol>
                <a:gridCol w="4240991">
                  <a:extLst>
                    <a:ext uri="{9D8B030D-6E8A-4147-A177-3AD203B41FA5}">
                      <a16:colId xmlns:a16="http://schemas.microsoft.com/office/drawing/2014/main" val="3918738348"/>
                    </a:ext>
                  </a:extLst>
                </a:gridCol>
              </a:tblGrid>
              <a:tr h="0">
                <a:tc>
                  <a:txBody>
                    <a:bodyPr/>
                    <a:lstStyle/>
                    <a:p>
                      <a:pPr marL="0" indent="0" algn="l" defTabSz="914400" rtl="0" eaLnBrk="1" latinLnBrk="0" hangingPunct="1">
                        <a:lnSpc>
                          <a:spcPct val="100000"/>
                        </a:lnSpc>
                        <a:spcBef>
                          <a:spcPts val="0"/>
                        </a:spcBef>
                        <a:buNone/>
                      </a:pPr>
                      <a:r>
                        <a:rPr lang="en-US" sz="1000" b="0" kern="1200" dirty="0">
                          <a:solidFill>
                            <a:srgbClr val="293A65"/>
                          </a:solidFill>
                          <a:latin typeface="+mn-lt"/>
                          <a:ea typeface="+mn-ea"/>
                          <a:cs typeface="+mn-cs"/>
                        </a:rPr>
                        <a:t>AACOMP</a:t>
                      </a:r>
                    </a:p>
                  </a:txBody>
                  <a:tcPr/>
                </a:tc>
                <a:tc>
                  <a:txBody>
                    <a:bodyPr/>
                    <a:lstStyle/>
                    <a:p>
                      <a:pPr marL="0" indent="0" algn="l" defTabSz="914400" rtl="0" eaLnBrk="1" latinLnBrk="0" hangingPunct="1">
                        <a:lnSpc>
                          <a:spcPct val="100000"/>
                        </a:lnSpc>
                        <a:spcBef>
                          <a:spcPts val="0"/>
                        </a:spcBef>
                        <a:buNone/>
                      </a:pPr>
                      <a:r>
                        <a:rPr lang="en-US" sz="1000" b="0" kern="1200" dirty="0" err="1">
                          <a:solidFill>
                            <a:srgbClr val="293A65"/>
                          </a:solidFill>
                          <a:latin typeface="+mn-lt"/>
                          <a:ea typeface="+mn-ea"/>
                          <a:cs typeface="+mn-cs"/>
                        </a:rPr>
                        <a:t>Intervieweee</a:t>
                      </a:r>
                      <a:endParaRPr lang="en-US" sz="1000" b="0" kern="1200" dirty="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r>
                        <a:rPr lang="en-US" sz="1000" b="0" kern="1200" dirty="0">
                          <a:solidFill>
                            <a:srgbClr val="293A65"/>
                          </a:solidFill>
                          <a:latin typeface="+mn-lt"/>
                          <a:ea typeface="+mn-ea"/>
                          <a:cs typeface="+mn-cs"/>
                        </a:rPr>
                        <a:t>Team Lead</a:t>
                      </a:r>
                    </a:p>
                  </a:txBody>
                  <a:tcPr/>
                </a:tc>
                <a:tc>
                  <a:txBody>
                    <a:bodyPr/>
                    <a:lstStyle/>
                    <a:p>
                      <a:pPr marL="0" indent="0" algn="l" defTabSz="914400" rtl="0" eaLnBrk="1" latinLnBrk="0" hangingPunct="1">
                        <a:lnSpc>
                          <a:spcPct val="100000"/>
                        </a:lnSpc>
                        <a:spcBef>
                          <a:spcPts val="0"/>
                        </a:spcBef>
                        <a:buNone/>
                      </a:pPr>
                      <a:r>
                        <a:rPr lang="en-US" sz="1000" b="0" kern="1200">
                          <a:solidFill>
                            <a:srgbClr val="293A65"/>
                          </a:solidFill>
                          <a:latin typeface="+mn-lt"/>
                          <a:ea typeface="+mn-ea"/>
                          <a:cs typeface="+mn-cs"/>
                        </a:rPr>
                        <a:t>AM </a:t>
                      </a:r>
                      <a:r>
                        <a:rPr lang="en-US" sz="1000" b="0" kern="1200" dirty="0">
                          <a:solidFill>
                            <a:srgbClr val="293A65"/>
                          </a:solidFill>
                          <a:latin typeface="+mn-lt"/>
                          <a:ea typeface="+mn-ea"/>
                          <a:cs typeface="+mn-cs"/>
                        </a:rPr>
                        <a:t>Dept.</a:t>
                      </a:r>
                    </a:p>
                  </a:txBody>
                  <a:tcPr/>
                </a:tc>
                <a:extLst>
                  <a:ext uri="{0D108BD9-81ED-4DB2-BD59-A6C34878D82A}">
                    <a16:rowId xmlns:a16="http://schemas.microsoft.com/office/drawing/2014/main" val="1617231842"/>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extLst>
                  <a:ext uri="{0D108BD9-81ED-4DB2-BD59-A6C34878D82A}">
                    <a16:rowId xmlns:a16="http://schemas.microsoft.com/office/drawing/2014/main" val="145379906"/>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extLst>
                  <a:ext uri="{0D108BD9-81ED-4DB2-BD59-A6C34878D82A}">
                    <a16:rowId xmlns:a16="http://schemas.microsoft.com/office/drawing/2014/main" val="1444648921"/>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extLst>
                  <a:ext uri="{0D108BD9-81ED-4DB2-BD59-A6C34878D82A}">
                    <a16:rowId xmlns:a16="http://schemas.microsoft.com/office/drawing/2014/main" val="2811697393"/>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extLst>
                  <a:ext uri="{0D108BD9-81ED-4DB2-BD59-A6C34878D82A}">
                    <a16:rowId xmlns:a16="http://schemas.microsoft.com/office/drawing/2014/main" val="4252853763"/>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extLst>
                  <a:ext uri="{0D108BD9-81ED-4DB2-BD59-A6C34878D82A}">
                    <a16:rowId xmlns:a16="http://schemas.microsoft.com/office/drawing/2014/main" val="2623140784"/>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extLst>
                  <a:ext uri="{0D108BD9-81ED-4DB2-BD59-A6C34878D82A}">
                    <a16:rowId xmlns:a16="http://schemas.microsoft.com/office/drawing/2014/main" val="3764397430"/>
                  </a:ext>
                </a:extLst>
              </a:tr>
              <a:tr h="0">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a:solidFill>
                          <a:srgbClr val="293A65"/>
                        </a:solidFill>
                        <a:latin typeface="+mn-lt"/>
                        <a:ea typeface="+mn-ea"/>
                        <a:cs typeface="+mn-cs"/>
                      </a:endParaRPr>
                    </a:p>
                  </a:txBody>
                  <a:tcPr/>
                </a:tc>
                <a:tc>
                  <a:txBody>
                    <a:bodyPr/>
                    <a:lstStyle/>
                    <a:p>
                      <a:pPr marL="0" indent="0" algn="l" defTabSz="914400" rtl="0" eaLnBrk="1" latinLnBrk="0" hangingPunct="1">
                        <a:lnSpc>
                          <a:spcPct val="100000"/>
                        </a:lnSpc>
                        <a:spcBef>
                          <a:spcPts val="0"/>
                        </a:spcBef>
                        <a:buNone/>
                      </a:pPr>
                      <a:endParaRPr lang="en-US" sz="1000" b="0" kern="1200" dirty="0">
                        <a:solidFill>
                          <a:srgbClr val="293A65"/>
                        </a:solidFill>
                        <a:latin typeface="+mn-lt"/>
                        <a:ea typeface="+mn-ea"/>
                        <a:cs typeface="+mn-cs"/>
                      </a:endParaRPr>
                    </a:p>
                  </a:txBody>
                  <a:tcPr/>
                </a:tc>
                <a:extLst>
                  <a:ext uri="{0D108BD9-81ED-4DB2-BD59-A6C34878D82A}">
                    <a16:rowId xmlns:a16="http://schemas.microsoft.com/office/drawing/2014/main" val="2770034268"/>
                  </a:ext>
                </a:extLst>
              </a:tr>
            </a:tbl>
          </a:graphicData>
        </a:graphic>
      </p:graphicFrame>
      <p:sp>
        <p:nvSpPr>
          <p:cNvPr id="4" name="Text Placeholder 8">
            <a:hlinkClick r:id="rId5" action="ppaction://hlinksldjump"/>
            <a:extLst>
              <a:ext uri="{FF2B5EF4-FFF2-40B4-BE49-F238E27FC236}">
                <a16:creationId xmlns:a16="http://schemas.microsoft.com/office/drawing/2014/main" id="{72A7C0BE-5E7A-60D1-E51F-7BDF18602E0B}"/>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6" name="Text Placeholder 9">
            <a:hlinkClick r:id="rId6" action="ppaction://hlinksldjump"/>
            <a:extLst>
              <a:ext uri="{FF2B5EF4-FFF2-40B4-BE49-F238E27FC236}">
                <a16:creationId xmlns:a16="http://schemas.microsoft.com/office/drawing/2014/main" id="{8B426F36-0D92-EA8B-2EB7-C2CC3B735537}"/>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8" name="Text Placeholder 10">
            <a:hlinkClick r:id="rId7" action="ppaction://hlinksldjump"/>
            <a:extLst>
              <a:ext uri="{FF2B5EF4-FFF2-40B4-BE49-F238E27FC236}">
                <a16:creationId xmlns:a16="http://schemas.microsoft.com/office/drawing/2014/main" id="{86592A2C-C1EE-35B2-A13D-6CAD5175227D}"/>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Tree>
    <p:extLst>
      <p:ext uri="{BB962C8B-B14F-4D97-AF65-F5344CB8AC3E}">
        <p14:creationId xmlns:p14="http://schemas.microsoft.com/office/powerpoint/2010/main" val="3024290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BCB512-EB9E-580E-F2CD-C96E3E2FFD81}"/>
              </a:ext>
            </a:extLst>
          </p:cNvPr>
          <p:cNvSpPr>
            <a:spLocks noGrp="1"/>
          </p:cNvSpPr>
          <p:nvPr>
            <p:ph type="sldNum" sz="quarter" idx="12"/>
          </p:nvPr>
        </p:nvSpPr>
        <p:spPr/>
        <p:txBody>
          <a:bodyPr/>
          <a:lstStyle/>
          <a:p>
            <a:fld id="{9C5C683D-CEB1-4F30-9DF4-65B979347242}" type="slidenum">
              <a:rPr lang="en-US" smtClean="0"/>
              <a:pPr/>
              <a:t>17</a:t>
            </a:fld>
            <a:endParaRPr lang="en-US"/>
          </a:p>
        </p:txBody>
      </p:sp>
      <p:sp>
        <p:nvSpPr>
          <p:cNvPr id="7" name="Title 1">
            <a:extLst>
              <a:ext uri="{FF2B5EF4-FFF2-40B4-BE49-F238E27FC236}">
                <a16:creationId xmlns:a16="http://schemas.microsoft.com/office/drawing/2014/main" id="{3D6DB441-B544-DFCF-DF65-79EF95B2F4A3}"/>
              </a:ext>
            </a:extLst>
          </p:cNvPr>
          <p:cNvSpPr>
            <a:spLocks noGrp="1"/>
          </p:cNvSpPr>
          <p:nvPr>
            <p:ph type="title"/>
          </p:nvPr>
        </p:nvSpPr>
        <p:spPr>
          <a:xfrm>
            <a:off x="838201" y="365130"/>
            <a:ext cx="8591549" cy="617530"/>
          </a:xfrm>
        </p:spPr>
        <p:txBody>
          <a:bodyPr>
            <a:normAutofit/>
          </a:bodyPr>
          <a:lstStyle/>
          <a:p>
            <a:r>
              <a:rPr lang="en-US" dirty="0">
                <a:latin typeface="+mn-lt"/>
              </a:rPr>
              <a:t>B. Distribution list</a:t>
            </a:r>
          </a:p>
        </p:txBody>
      </p:sp>
      <p:sp>
        <p:nvSpPr>
          <p:cNvPr id="4" name="Content Placeholder 2">
            <a:extLst>
              <a:ext uri="{FF2B5EF4-FFF2-40B4-BE49-F238E27FC236}">
                <a16:creationId xmlns:a16="http://schemas.microsoft.com/office/drawing/2014/main" id="{B3EB9527-2479-ECA6-B6C1-57D8175ECFAC}"/>
              </a:ext>
            </a:extLst>
          </p:cNvPr>
          <p:cNvSpPr txBox="1">
            <a:spLocks/>
          </p:cNvSpPr>
          <p:nvPr/>
        </p:nvSpPr>
        <p:spPr>
          <a:xfrm>
            <a:off x="1201784" y="1216488"/>
            <a:ext cx="10030216" cy="527638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Source Sans Pro" panose="020B0503030403020204" pitchFamily="34" charset="0"/>
                <a:ea typeface="Source Sans Pro" panose="020B0503030403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tabLst>
                <a:tab pos="1144588" algn="l"/>
                <a:tab pos="2058988" algn="l"/>
                <a:tab pos="3043238" algn="l"/>
                <a:tab pos="5375275" algn="l"/>
              </a:tabLst>
            </a:pPr>
            <a:r>
              <a:rPr lang="en-GB" sz="1000" b="1" dirty="0">
                <a:solidFill>
                  <a:srgbClr val="293A65"/>
                </a:solidFill>
                <a:latin typeface="+mn-lt"/>
              </a:rPr>
              <a:t>From:</a:t>
            </a:r>
            <a:r>
              <a:rPr lang="en-GB" sz="1000" dirty="0">
                <a:solidFill>
                  <a:srgbClr val="293A65"/>
                </a:solidFill>
                <a:latin typeface="+mn-lt"/>
              </a:rPr>
              <a:t>		RDAM 	X. For</a:t>
            </a:r>
          </a:p>
          <a:p>
            <a:pPr>
              <a:lnSpc>
                <a:spcPct val="100000"/>
              </a:lnSpc>
              <a:tabLst>
                <a:tab pos="1144588" algn="l"/>
                <a:tab pos="2058988" algn="l"/>
                <a:tab pos="3043238" algn="l"/>
                <a:tab pos="5375275" algn="l"/>
              </a:tabLst>
            </a:pPr>
            <a:r>
              <a:rPr lang="en-GB" sz="1000" dirty="0">
                <a:solidFill>
                  <a:srgbClr val="293A65"/>
                </a:solidFill>
                <a:latin typeface="+mn-lt"/>
              </a:rPr>
              <a:t>		ADAM	Q. Roo</a:t>
            </a:r>
          </a:p>
          <a:p>
            <a:pPr>
              <a:lnSpc>
                <a:spcPct val="100000"/>
              </a:lnSpc>
              <a:tabLst>
                <a:tab pos="1144588" algn="l"/>
                <a:tab pos="2058988" algn="l"/>
                <a:tab pos="4460875" algn="l"/>
                <a:tab pos="5375275" algn="l"/>
              </a:tabLst>
            </a:pPr>
            <a:endParaRPr lang="en-GB" sz="1000" dirty="0">
              <a:solidFill>
                <a:srgbClr val="293A65"/>
              </a:solidFill>
              <a:latin typeface="+mn-lt"/>
            </a:endParaRPr>
          </a:p>
          <a:p>
            <a:pPr>
              <a:lnSpc>
                <a:spcPct val="100000"/>
              </a:lnSpc>
              <a:tabLst>
                <a:tab pos="1144588" algn="l"/>
                <a:tab pos="2058988" algn="l"/>
                <a:tab pos="3043238" algn="l"/>
                <a:tab pos="5375275" algn="l"/>
              </a:tabLst>
            </a:pPr>
            <a:r>
              <a:rPr lang="en-GB" sz="1000" b="1" dirty="0">
                <a:solidFill>
                  <a:srgbClr val="293A65"/>
                </a:solidFill>
                <a:latin typeface="+mn-lt"/>
              </a:rPr>
              <a:t>Addressees:</a:t>
            </a:r>
            <a:r>
              <a:rPr lang="en-GB" sz="1000" dirty="0">
                <a:solidFill>
                  <a:srgbClr val="293A65"/>
                </a:solidFill>
                <a:latin typeface="+mn-lt"/>
              </a:rPr>
              <a:t>			</a:t>
            </a:r>
          </a:p>
          <a:p>
            <a:pPr>
              <a:lnSpc>
                <a:spcPct val="100000"/>
              </a:lnSpc>
              <a:tabLst>
                <a:tab pos="1144588" algn="l"/>
                <a:tab pos="2058988" algn="l"/>
                <a:tab pos="3043238" algn="l"/>
                <a:tab pos="5375275" algn="l"/>
              </a:tabLst>
            </a:pPr>
            <a:r>
              <a:rPr lang="en-GB" sz="1000" b="1" dirty="0">
                <a:solidFill>
                  <a:srgbClr val="293A65"/>
                </a:solidFill>
                <a:latin typeface="+mn-lt"/>
              </a:rPr>
              <a:t>Copy:</a:t>
            </a:r>
            <a:r>
              <a:rPr lang="en-GB" sz="1000" dirty="0">
                <a:solidFill>
                  <a:srgbClr val="293A65"/>
                </a:solidFill>
                <a:latin typeface="+mn-lt"/>
              </a:rPr>
              <a:t>				</a:t>
            </a:r>
          </a:p>
        </p:txBody>
      </p:sp>
      <p:sp>
        <p:nvSpPr>
          <p:cNvPr id="6" name="Text Placeholder 2">
            <a:hlinkClick r:id="rId2" action="ppaction://hlinksldjump"/>
            <a:extLst>
              <a:ext uri="{FF2B5EF4-FFF2-40B4-BE49-F238E27FC236}">
                <a16:creationId xmlns:a16="http://schemas.microsoft.com/office/drawing/2014/main" id="{155DC150-21EA-353C-201F-8F4B0589B45B}"/>
              </a:ext>
            </a:extLst>
          </p:cNvPr>
          <p:cNvSpPr txBox="1">
            <a:spLocks/>
          </p:cNvSpPr>
          <p:nvPr/>
        </p:nvSpPr>
        <p:spPr>
          <a:xfrm>
            <a:off x="0" y="6477676"/>
            <a:ext cx="2028535" cy="374903"/>
          </a:xfrm>
          <a:prstGeom prst="rect">
            <a:avLst/>
          </a:prstGeom>
          <a:noFill/>
          <a:ln w="3175" cap="flat" cmpd="sng" algn="ctr">
            <a:solidFill>
              <a:schemeClr val="bg1"/>
            </a:solidFill>
            <a:prstDash val="solid"/>
            <a:miter lim="800000"/>
            <a:extLst>
              <a:ext uri="{C807C97D-BFC1-408E-A445-0C87EB9F89A2}">
                <ask:lineSketchStyleProps xmlns:ask="http://schemas.microsoft.com/office/drawing/2018/sketchyshapes">
                  <ask:type>
                    <ask:lineSketchNone/>
                  </ask:type>
                </ask:lineSketchStyleProps>
              </a:ext>
            </a:extLst>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Introduction</a:t>
            </a:r>
          </a:p>
        </p:txBody>
      </p:sp>
      <p:sp>
        <p:nvSpPr>
          <p:cNvPr id="11" name="Text Placeholder 11">
            <a:hlinkClick r:id="rId3" action="ppaction://hlinksldjump"/>
            <a:extLst>
              <a:ext uri="{FF2B5EF4-FFF2-40B4-BE49-F238E27FC236}">
                <a16:creationId xmlns:a16="http://schemas.microsoft.com/office/drawing/2014/main" id="{B2B2DAED-74A1-FFD6-EBC3-7DF6CF88CA58}"/>
              </a:ext>
            </a:extLst>
          </p:cNvPr>
          <p:cNvSpPr txBox="1">
            <a:spLocks/>
          </p:cNvSpPr>
          <p:nvPr/>
        </p:nvSpPr>
        <p:spPr>
          <a:xfrm>
            <a:off x="8134930" y="6477676"/>
            <a:ext cx="2016724" cy="374903"/>
          </a:xfrm>
          <a:prstGeom prst="rect">
            <a:avLst/>
          </a:prstGeom>
          <a:noFill/>
          <a:ln w="3175">
            <a:solidFill>
              <a:schemeClr val="bg1"/>
            </a:solidFill>
          </a:ln>
        </p:spPr>
        <p:txBody>
          <a:bodyPr vert="horz" lIns="91440" tIns="45720" rIns="91440" bIns="45720" rtlCol="0" anchor="ctr">
            <a:normAutofit/>
          </a:bodyPr>
          <a:lstStyle>
            <a:lvl1pPr indent="0" algn="ctr">
              <a:lnSpc>
                <a:spcPct val="90000"/>
              </a:lnSpc>
              <a:spcBef>
                <a:spcPts val="1000"/>
              </a:spcBef>
              <a:buFont typeface="Arial" panose="020B0604020202020204" pitchFamily="34" charset="0"/>
              <a:buNone/>
              <a:defRPr lang="en-US" sz="1000" b="1" dirty="0">
                <a:solidFill>
                  <a:schemeClr val="bg1"/>
                </a:solidFill>
              </a:defRPr>
            </a:lvl1pPr>
            <a:lvl2pPr marL="685800" indent="-228600">
              <a:lnSpc>
                <a:spcPct val="90000"/>
              </a:lnSpc>
              <a:spcBef>
                <a:spcPts val="500"/>
              </a:spcBef>
              <a:buFont typeface="Arial" panose="020B0604020202020204" pitchFamily="34" charset="0"/>
              <a:buChar char="•"/>
              <a:defRPr sz="2400">
                <a:solidFill>
                  <a:schemeClr val="lt1"/>
                </a:solidFill>
              </a:defRPr>
            </a:lvl2pPr>
            <a:lvl3pPr marL="1143000" indent="-228600">
              <a:lnSpc>
                <a:spcPct val="90000"/>
              </a:lnSpc>
              <a:spcBef>
                <a:spcPts val="500"/>
              </a:spcBef>
              <a:buFont typeface="Arial" panose="020B0604020202020204" pitchFamily="34" charset="0"/>
              <a:buChar char="•"/>
              <a:defRPr sz="2000">
                <a:solidFill>
                  <a:schemeClr val="lt1"/>
                </a:solidFill>
              </a:defRPr>
            </a:lvl3pPr>
            <a:lvl4pPr marL="1600200" indent="-228600">
              <a:lnSpc>
                <a:spcPct val="90000"/>
              </a:lnSpc>
              <a:spcBef>
                <a:spcPts val="500"/>
              </a:spcBef>
              <a:buFont typeface="Arial" panose="020B0604020202020204" pitchFamily="34" charset="0"/>
              <a:buChar char="•"/>
              <a:defRPr>
                <a:solidFill>
                  <a:schemeClr val="lt1"/>
                </a:solidFill>
              </a:defRPr>
            </a:lvl4pPr>
            <a:lvl5pPr marL="2057400" indent="-228600">
              <a:lnSpc>
                <a:spcPct val="90000"/>
              </a:lnSpc>
              <a:spcBef>
                <a:spcPts val="500"/>
              </a:spcBef>
              <a:buFont typeface="Arial" panose="020B0604020202020204" pitchFamily="34" charset="0"/>
              <a:buChar char="•"/>
              <a:defRPr>
                <a:solidFill>
                  <a:schemeClr val="lt1"/>
                </a:solidFill>
              </a:defRPr>
            </a:lvl5pPr>
            <a:lvl6pPr marL="2514600" indent="-228600">
              <a:lnSpc>
                <a:spcPct val="90000"/>
              </a:lnSpc>
              <a:spcBef>
                <a:spcPts val="500"/>
              </a:spcBef>
              <a:buFont typeface="Arial" panose="020B0604020202020204" pitchFamily="34" charset="0"/>
              <a:buChar char="•"/>
              <a:defRPr>
                <a:solidFill>
                  <a:schemeClr val="lt1"/>
                </a:solidFill>
              </a:defRPr>
            </a:lvl6pPr>
            <a:lvl7pPr marL="2971800" indent="-228600">
              <a:lnSpc>
                <a:spcPct val="90000"/>
              </a:lnSpc>
              <a:spcBef>
                <a:spcPts val="500"/>
              </a:spcBef>
              <a:buFont typeface="Arial" panose="020B0604020202020204" pitchFamily="34" charset="0"/>
              <a:buChar char="•"/>
              <a:defRPr>
                <a:solidFill>
                  <a:schemeClr val="lt1"/>
                </a:solidFill>
              </a:defRPr>
            </a:lvl7pPr>
            <a:lvl8pPr marL="3429000" indent="-228600">
              <a:lnSpc>
                <a:spcPct val="90000"/>
              </a:lnSpc>
              <a:spcBef>
                <a:spcPts val="500"/>
              </a:spcBef>
              <a:buFont typeface="Arial" panose="020B0604020202020204" pitchFamily="34" charset="0"/>
              <a:buChar char="•"/>
              <a:defRPr>
                <a:solidFill>
                  <a:schemeClr val="lt1"/>
                </a:solidFill>
              </a:defRPr>
            </a:lvl8pPr>
            <a:lvl9pPr marL="3886200" indent="-228600">
              <a:lnSpc>
                <a:spcPct val="90000"/>
              </a:lnSpc>
              <a:spcBef>
                <a:spcPts val="500"/>
              </a:spcBef>
              <a:buFont typeface="Arial" panose="020B0604020202020204" pitchFamily="34" charset="0"/>
              <a:buChar char="•"/>
              <a:defRPr>
                <a:solidFill>
                  <a:schemeClr val="lt1"/>
                </a:solidFill>
              </a:defRPr>
            </a:lvl9pPr>
          </a:lstStyle>
          <a:p>
            <a:r>
              <a:rPr lang="en-US" dirty="0"/>
              <a:t>Findings and recommendations</a:t>
            </a:r>
          </a:p>
        </p:txBody>
      </p:sp>
      <p:sp>
        <p:nvSpPr>
          <p:cNvPr id="12" name="Text Placeholder 12">
            <a:hlinkClick r:id="rId4" action="ppaction://hlinksldjump"/>
            <a:extLst>
              <a:ext uri="{FF2B5EF4-FFF2-40B4-BE49-F238E27FC236}">
                <a16:creationId xmlns:a16="http://schemas.microsoft.com/office/drawing/2014/main" id="{A0A69CD7-577D-5D05-98AB-C988171533ED}"/>
              </a:ext>
            </a:extLst>
          </p:cNvPr>
          <p:cNvSpPr txBox="1">
            <a:spLocks/>
          </p:cNvSpPr>
          <p:nvPr/>
        </p:nvSpPr>
        <p:spPr>
          <a:xfrm>
            <a:off x="10163465" y="6477676"/>
            <a:ext cx="2016724" cy="374903"/>
          </a:xfrm>
          <a:prstGeom prst="rect">
            <a:avLst/>
          </a:prstGeom>
          <a:gradFill>
            <a:gsLst>
              <a:gs pos="100000">
                <a:srgbClr val="0800B9"/>
              </a:gs>
              <a:gs pos="0">
                <a:srgbClr val="009EE3"/>
              </a:gs>
            </a:gsLst>
            <a:lin ang="10800000" scaled="1"/>
          </a:grad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a:t>Appendices</a:t>
            </a:r>
          </a:p>
        </p:txBody>
      </p:sp>
      <p:sp>
        <p:nvSpPr>
          <p:cNvPr id="2" name="Text Placeholder 8">
            <a:hlinkClick r:id="rId5" action="ppaction://hlinksldjump"/>
            <a:extLst>
              <a:ext uri="{FF2B5EF4-FFF2-40B4-BE49-F238E27FC236}">
                <a16:creationId xmlns:a16="http://schemas.microsoft.com/office/drawing/2014/main" id="{AE452A0A-E3CD-6A47-4269-5DFF01CCAD6E}"/>
              </a:ext>
            </a:extLst>
          </p:cNvPr>
          <p:cNvSpPr txBox="1">
            <a:spLocks/>
          </p:cNvSpPr>
          <p:nvPr/>
        </p:nvSpPr>
        <p:spPr>
          <a:xfrm>
            <a:off x="204034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Executive summary</a:t>
            </a:r>
          </a:p>
        </p:txBody>
      </p:sp>
      <p:sp>
        <p:nvSpPr>
          <p:cNvPr id="5" name="Text Placeholder 9">
            <a:hlinkClick r:id="rId6" action="ppaction://hlinksldjump"/>
            <a:extLst>
              <a:ext uri="{FF2B5EF4-FFF2-40B4-BE49-F238E27FC236}">
                <a16:creationId xmlns:a16="http://schemas.microsoft.com/office/drawing/2014/main" id="{93B580CC-0FF1-A1E0-26A0-7E7E5B720F5D}"/>
              </a:ext>
            </a:extLst>
          </p:cNvPr>
          <p:cNvSpPr txBox="1">
            <a:spLocks/>
          </p:cNvSpPr>
          <p:nvPr/>
        </p:nvSpPr>
        <p:spPr>
          <a:xfrm>
            <a:off x="4072086"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Process dashboard</a:t>
            </a:r>
          </a:p>
        </p:txBody>
      </p:sp>
      <p:sp>
        <p:nvSpPr>
          <p:cNvPr id="13" name="Text Placeholder 10">
            <a:hlinkClick r:id="rId7" action="ppaction://hlinksldjump"/>
            <a:extLst>
              <a:ext uri="{FF2B5EF4-FFF2-40B4-BE49-F238E27FC236}">
                <a16:creationId xmlns:a16="http://schemas.microsoft.com/office/drawing/2014/main" id="{C537F3A2-0FC4-DB2A-6C90-EAC3D55E8FDB}"/>
              </a:ext>
            </a:extLst>
          </p:cNvPr>
          <p:cNvSpPr txBox="1">
            <a:spLocks/>
          </p:cNvSpPr>
          <p:nvPr/>
        </p:nvSpPr>
        <p:spPr>
          <a:xfrm>
            <a:off x="6106395" y="6477676"/>
            <a:ext cx="2016724" cy="374903"/>
          </a:xfrm>
          <a:prstGeom prst="rect">
            <a:avLst/>
          </a:prstGeom>
          <a:noFill/>
          <a:ln w="3175" cap="flat" cmpd="sng" algn="ctr">
            <a:solidFill>
              <a:schemeClr val="bg1"/>
            </a:solidFill>
            <a:prstDash val="solid"/>
            <a:miter lim="800000"/>
          </a:ln>
          <a:effectLst/>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lang="en-US" sz="10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US" dirty="0"/>
              <a:t>Finding overview</a:t>
            </a:r>
          </a:p>
        </p:txBody>
      </p:sp>
    </p:spTree>
    <p:extLst>
      <p:ext uri="{BB962C8B-B14F-4D97-AF65-F5344CB8AC3E}">
        <p14:creationId xmlns:p14="http://schemas.microsoft.com/office/powerpoint/2010/main" val="24486356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YSTALID" val="Crystal_16_1_WEBI_Tabl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FKL Template">
      <a:majorFont>
        <a:latin typeface="Arial Bold"/>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chorCtr="0">
        <a:norm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59ce10c-c4c9-4891-ae7f-df10fb746241">
      <Terms xmlns="http://schemas.microsoft.com/office/infopath/2007/PartnerControls"/>
    </lcf76f155ced4ddcb4097134ff3c332f>
    <SharedWithUsers xmlns="4cc76fa9-57ae-40a2-a9d5-688e51960ea7">
      <UserInfo>
        <DisplayName>Nouwland, Fabian van den (AMSDC) - KLM</DisplayName>
        <AccountId>12</AccountId>
        <AccountType/>
      </UserInfo>
      <UserInfo>
        <DisplayName>Grobbe, Martin (AMSDC) - KLM</DisplayName>
        <AccountId>24</AccountId>
        <AccountType/>
      </UserInfo>
      <UserInfo>
        <DisplayName>Brinkman, Arjan (AMSDC) - KLM</DisplayName>
        <AccountId>25</AccountId>
        <AccountType/>
      </UserInfo>
      <UserInfo>
        <DisplayName>Kremer, Nils (AMSDC) - KLM</DisplayName>
        <AccountId>11</AccountId>
        <AccountType/>
      </UserInfo>
      <UserInfo>
        <DisplayName>Burgman, Wilmar (AMSDC) - KLM</DisplayName>
        <AccountId>9</AccountId>
        <AccountType/>
      </UserInfo>
    </SharedWithUsers>
    <TaxCatchAll xmlns="4cc76fa9-57ae-40a2-a9d5-688e51960ea7" xsi:nil="true"/>
    <_ip_UnifiedCompliancePolicyUIAction xmlns="http://schemas.microsoft.com/sharepoint/v3" xsi:nil="true"/>
    <_ip_UnifiedCompliancePolicyProperties xmlns="http://schemas.microsoft.com/sharepoint/v3" xsi:nil="true"/>
    <TITRE xmlns="259ce10c-c4c9-4891-ae7f-df10fb746241" xsi:nil="true"/>
    <R_x00e9_sum_x00e9_Description xmlns="259ce10c-c4c9-4891-ae7f-df10fb74624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E2B7C87B1F794F8AB7140DE858B3D6" ma:contentTypeVersion="26" ma:contentTypeDescription="Een nieuw document maken." ma:contentTypeScope="" ma:versionID="dfe180044c2110142388e3b5fd3cd03b">
  <xsd:schema xmlns:xsd="http://www.w3.org/2001/XMLSchema" xmlns:xs="http://www.w3.org/2001/XMLSchema" xmlns:p="http://schemas.microsoft.com/office/2006/metadata/properties" xmlns:ns1="http://schemas.microsoft.com/sharepoint/v3" xmlns:ns2="259ce10c-c4c9-4891-ae7f-df10fb746241" xmlns:ns3="4cc76fa9-57ae-40a2-a9d5-688e51960ea7" targetNamespace="http://schemas.microsoft.com/office/2006/metadata/properties" ma:root="true" ma:fieldsID="521232bfee111c92b9ba8508addb48ed" ns1:_="" ns2:_="" ns3:_="">
    <xsd:import namespace="http://schemas.microsoft.com/sharepoint/v3"/>
    <xsd:import namespace="259ce10c-c4c9-4891-ae7f-df10fb746241"/>
    <xsd:import namespace="4cc76fa9-57ae-40a2-a9d5-688e51960ea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2:MediaServiceSearchProperties" minOccurs="0"/>
                <xsd:element ref="ns2:MediaServiceBillingMetadata" minOccurs="0"/>
                <xsd:element ref="ns1:_ip_UnifiedCompliancePolicyProperties" minOccurs="0"/>
                <xsd:element ref="ns1:_ip_UnifiedCompliancePolicyUIAction" minOccurs="0"/>
                <xsd:element ref="ns2:TITRE" minOccurs="0"/>
                <xsd:element ref="ns2:R_x00e9_sum_x00e9_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Eigenschappen van het geïntegreerd beleid voor naleving" ma:hidden="true" ma:internalName="_ip_UnifiedCompliancePolicyProperties">
      <xsd:simpleType>
        <xsd:restriction base="dms:Note"/>
      </xsd:simpleType>
    </xsd:element>
    <xsd:element name="_ip_UnifiedCompliancePolicyUIAction" ma:index="25"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9ce10c-c4c9-4891-ae7f-df10fb746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20f79066-3228-4f10-809b-20d663e726e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TITRE" ma:index="26" nillable="true" ma:displayName="TITRE" ma:format="Dropdown" ma:internalName="TITRE">
      <xsd:simpleType>
        <xsd:restriction base="dms:Text">
          <xsd:maxLength value="255"/>
        </xsd:restriction>
      </xsd:simpleType>
    </xsd:element>
    <xsd:element name="R_x00e9_sum_x00e9_Description" ma:index="27" nillable="true" ma:displayName="Résumé Description" ma:format="Dropdown" ma:internalName="R_x00e9_sum_x00e9_Description">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cc76fa9-57ae-40a2-a9d5-688e51960ea7"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5" nillable="true" ma:displayName="Taxonomy Catch All Column" ma:hidden="true" ma:list="{1f668237-bdfa-43c9-9a13-0301bf5fb59e}" ma:internalName="TaxCatchAll" ma:showField="CatchAllData" ma:web="4cc76fa9-57ae-40a2-a9d5-688e51960e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4686FA-EBC4-40AB-991E-701B18E5804F}">
  <ds:schemaRefs>
    <ds:schemaRef ds:uri="http://schemas.microsoft.com/sharepoint/v3/contenttype/forms"/>
  </ds:schemaRefs>
</ds:datastoreItem>
</file>

<file path=customXml/itemProps2.xml><?xml version="1.0" encoding="utf-8"?>
<ds:datastoreItem xmlns:ds="http://schemas.openxmlformats.org/officeDocument/2006/customXml" ds:itemID="{99C970C5-D537-4A25-82DC-1314851E8D39}">
  <ds:schemaRefs>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schemas.microsoft.com/office/2006/metadata/properties"/>
    <ds:schemaRef ds:uri="4cc76fa9-57ae-40a2-a9d5-688e51960ea7"/>
    <ds:schemaRef ds:uri="259ce10c-c4c9-4891-ae7f-df10fb746241"/>
    <ds:schemaRef ds:uri="http://www.w3.org/XML/1998/namespace"/>
    <ds:schemaRef ds:uri="http://schemas.microsoft.com/sharepoint/v3"/>
  </ds:schemaRefs>
</ds:datastoreItem>
</file>

<file path=customXml/itemProps3.xml><?xml version="1.0" encoding="utf-8"?>
<ds:datastoreItem xmlns:ds="http://schemas.openxmlformats.org/officeDocument/2006/customXml" ds:itemID="{50BF7EAB-0721-4CF2-9340-F2016C000F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59ce10c-c4c9-4891-ae7f-df10fb746241"/>
    <ds:schemaRef ds:uri="4cc76fa9-57ae-40a2-a9d5-688e51960e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49c63e9-d60e-4631-80bc-1a761a4f688c}" enabled="1" method="Privileged" siteId="{9b802d8b-33fa-40fb-acb7-9ffdbd1919eb}" removed="0"/>
</clbl:labelList>
</file>

<file path=docProps/app.xml><?xml version="1.0" encoding="utf-8"?>
<Properties xmlns="http://schemas.openxmlformats.org/officeDocument/2006/extended-properties" xmlns:vt="http://schemas.openxmlformats.org/officeDocument/2006/docPropsVTypes">
  <Template>Office Theme</Template>
  <TotalTime>479</TotalTime>
  <Words>1112</Words>
  <Application>Microsoft Macintosh PowerPoint</Application>
  <PresentationFormat>Widescreen</PresentationFormat>
  <Paragraphs>310</Paragraphs>
  <Slides>17</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Gotham</vt:lpstr>
      <vt:lpstr>Gotham Light</vt:lpstr>
      <vt:lpstr>Arial</vt:lpstr>
      <vt:lpstr>Calibri</vt:lpstr>
      <vt:lpstr>Source Sans Pro</vt:lpstr>
      <vt:lpstr>Wingdings</vt:lpstr>
      <vt:lpstr>Office Theme</vt:lpstr>
      <vt:lpstr>Custom Design</vt:lpstr>
      <vt:lpstr>25XXX-0070 [AUDIT NAME] (DRAFT) xx/xx/2025</vt:lpstr>
      <vt:lpstr>PowerPoint Presentation</vt:lpstr>
      <vt:lpstr>PowerPoint Presentation</vt:lpstr>
      <vt:lpstr>Executive Summary</vt:lpstr>
      <vt:lpstr>Executive Summary</vt:lpstr>
      <vt:lpstr>Process dashboard</vt:lpstr>
      <vt:lpstr>Finding overview</vt:lpstr>
      <vt:lpstr>Findings and recommendations</vt:lpstr>
      <vt:lpstr>Management Response</vt:lpstr>
      <vt:lpstr>Findings and recommendations</vt:lpstr>
      <vt:lpstr>Management Response</vt:lpstr>
      <vt:lpstr>Findings and recommendations</vt:lpstr>
      <vt:lpstr>Management Response</vt:lpstr>
      <vt:lpstr>Other remarks</vt:lpstr>
      <vt:lpstr>Appendices</vt:lpstr>
      <vt:lpstr>A. Interview list </vt:lpstr>
      <vt:lpstr>B. Distribution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Burgman, Wilmar (AMSDC) - KLM</dc:creator>
  <cp:lastModifiedBy>Wen, J. (Junhan)</cp:lastModifiedBy>
  <cp:revision>7</cp:revision>
  <dcterms:created xsi:type="dcterms:W3CDTF">2023-07-24T10:15:14Z</dcterms:created>
  <dcterms:modified xsi:type="dcterms:W3CDTF">2026-10-06T12:09:51Z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0x0101000FE2B7C87B1F794F8AB7140DE858B3D6</vt:lpwstr>
  </property>
  <property fmtid="{D5CDD505-2E9C-101B-9397-08002B2CF9AE}" pid="3" name="MediaServiceImageTags">
    <vt:lpwstr/>
  </property>
</Properties>
</file>